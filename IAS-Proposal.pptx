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304" r:id="rId3"/>
    <p:sldId id="306" r:id="rId4"/>
    <p:sldId id="307" r:id="rId5"/>
    <p:sldId id="310" r:id="rId6"/>
    <p:sldId id="311" r:id="rId7"/>
    <p:sldId id="313" r:id="rId8"/>
    <p:sldId id="314" r:id="rId9"/>
    <p:sldId id="31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EBCC8B-975A-4BC6-95A1-90815B9A5EB0}">
  <a:tblStyle styleId="{D7EBCC8B-975A-4BC6-95A1-90815B9A5E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45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C11F057E-8D88-69C6-0714-D53CA732A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DF7806E6-017B-1F6F-5569-A6FC72D77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E2315E0D-C499-6FAD-AC68-7F0B0F6CC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871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E1698851-7B02-4CEB-ABA2-03C5AD98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5E242EE6-F6F7-8BA4-D0C0-3A714702A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A1C3B5A6-5441-151F-725D-B4F190D80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8797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D0FCAE7E-8FFA-0379-9924-2210F10D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58BE193E-06EB-7B34-F2DA-F668CBB81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38CD0390-6F36-8622-D7C4-98D13CC29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116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66E28863-CB0A-F351-EA21-0266E41D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C323C1EB-0682-302F-804D-B09984081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FD9B99C9-1BE7-CE84-5700-87874E0D6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192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AF8E394D-9D5D-F807-C366-A9300F06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1BE3487E-CCD3-7898-8A3A-3CD492D5A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51D5D5C6-1649-6B3B-96B3-9CBC10850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0682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3CCCC1E3-EE64-E6ED-C3E5-18ADAAC6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6CE4ACDC-324E-E29F-C011-CE9B5BB55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E5B41B5F-4EDA-54ED-5033-32AEA751E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506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5DD80659-A344-1EA1-1C76-E389D1CA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8821223B-5D7C-7111-D028-7EA13A739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8892A409-D5CE-61BB-8A4F-8FDBA06BC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9470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3F4B7A48-0F95-3412-27D3-E1CF0F71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>
            <a:extLst>
              <a:ext uri="{FF2B5EF4-FFF2-40B4-BE49-F238E27FC236}">
                <a16:creationId xmlns:a16="http://schemas.microsoft.com/office/drawing/2014/main" id="{99A11083-83AD-B5FE-81C8-BE79414C2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p:notes">
            <a:extLst>
              <a:ext uri="{FF2B5EF4-FFF2-40B4-BE49-F238E27FC236}">
                <a16:creationId xmlns:a16="http://schemas.microsoft.com/office/drawing/2014/main" id="{922245D9-73F3-1D98-E369-030876B4B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9299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636800" y="915775"/>
            <a:ext cx="3794100" cy="28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636800" y="3751925"/>
            <a:ext cx="3794100" cy="475800"/>
          </a:xfrm>
          <a:prstGeom prst="rect">
            <a:avLst/>
          </a:prstGeom>
          <a:solidFill>
            <a:srgbClr val="E2E1EC">
              <a:alpha val="511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15740" y="205900"/>
            <a:ext cx="7928938" cy="4777850"/>
            <a:chOff x="815740" y="205900"/>
            <a:chExt cx="7928938" cy="4777850"/>
          </a:xfrm>
        </p:grpSpPr>
        <p:sp>
          <p:nvSpPr>
            <p:cNvPr id="12" name="Google Shape;12;p2"/>
            <p:cNvSpPr/>
            <p:nvPr/>
          </p:nvSpPr>
          <p:spPr>
            <a:xfrm>
              <a:off x="4240710" y="205900"/>
              <a:ext cx="273600" cy="2736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15740" y="438138"/>
              <a:ext cx="202500" cy="2025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542178" y="1094238"/>
              <a:ext cx="202500" cy="2025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870635" y="4710150"/>
              <a:ext cx="273600" cy="2736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07435" y="4604100"/>
              <a:ext cx="273600" cy="2736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2317950" y="1450550"/>
            <a:ext cx="4508100" cy="22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161619" y="154525"/>
            <a:ext cx="8654316" cy="4968500"/>
            <a:chOff x="161619" y="154525"/>
            <a:chExt cx="8654316" cy="4968500"/>
          </a:xfrm>
        </p:grpSpPr>
        <p:sp>
          <p:nvSpPr>
            <p:cNvPr id="85" name="Google Shape;85;p8"/>
            <p:cNvSpPr/>
            <p:nvPr/>
          </p:nvSpPr>
          <p:spPr>
            <a:xfrm>
              <a:off x="3970069" y="48494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161619" y="2837357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341994" y="2978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8"/>
            <p:cNvGrpSpPr/>
            <p:nvPr/>
          </p:nvGrpSpPr>
          <p:grpSpPr>
            <a:xfrm>
              <a:off x="290590" y="154525"/>
              <a:ext cx="8525345" cy="4968500"/>
              <a:chOff x="290590" y="154525"/>
              <a:chExt cx="8525345" cy="4968500"/>
            </a:xfrm>
          </p:grpSpPr>
          <p:sp>
            <p:nvSpPr>
              <p:cNvPr id="89" name="Google Shape;89;p8"/>
              <p:cNvSpPr/>
              <p:nvPr/>
            </p:nvSpPr>
            <p:spPr>
              <a:xfrm>
                <a:off x="4572010" y="1545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8"/>
              <p:cNvSpPr/>
              <p:nvPr/>
            </p:nvSpPr>
            <p:spPr>
              <a:xfrm>
                <a:off x="290590" y="104003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1567228" y="4813663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6517185" y="48494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8542335" y="11992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293690" y="308575"/>
            <a:ext cx="8562238" cy="4358032"/>
            <a:chOff x="293690" y="308575"/>
            <a:chExt cx="8562238" cy="4358032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293690" y="308575"/>
              <a:ext cx="8562238" cy="4298025"/>
              <a:chOff x="293690" y="308575"/>
              <a:chExt cx="8562238" cy="4298025"/>
            </a:xfrm>
          </p:grpSpPr>
          <p:sp>
            <p:nvSpPr>
              <p:cNvPr id="99" name="Google Shape;99;p9"/>
              <p:cNvSpPr/>
              <p:nvPr/>
            </p:nvSpPr>
            <p:spPr>
              <a:xfrm>
                <a:off x="7159060" y="30857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9"/>
              <p:cNvSpPr/>
              <p:nvPr/>
            </p:nvSpPr>
            <p:spPr>
              <a:xfrm>
                <a:off x="293690" y="282588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9"/>
              <p:cNvSpPr/>
              <p:nvPr/>
            </p:nvSpPr>
            <p:spPr>
              <a:xfrm>
                <a:off x="8653428" y="282588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9"/>
              <p:cNvSpPr/>
              <p:nvPr/>
            </p:nvSpPr>
            <p:spPr>
              <a:xfrm>
                <a:off x="4240710" y="433300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9"/>
              <p:cNvSpPr/>
              <p:nvPr/>
            </p:nvSpPr>
            <p:spPr>
              <a:xfrm>
                <a:off x="1533135" y="6416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" name="Google Shape;104;p9"/>
            <p:cNvGrpSpPr/>
            <p:nvPr/>
          </p:nvGrpSpPr>
          <p:grpSpPr>
            <a:xfrm>
              <a:off x="914744" y="1407282"/>
              <a:ext cx="5000372" cy="3259325"/>
              <a:chOff x="914744" y="1407282"/>
              <a:chExt cx="5000372" cy="3259325"/>
            </a:xfrm>
          </p:grpSpPr>
          <p:sp>
            <p:nvSpPr>
              <p:cNvPr id="105" name="Google Shape;105;p9"/>
              <p:cNvSpPr/>
              <p:nvPr/>
            </p:nvSpPr>
            <p:spPr>
              <a:xfrm>
                <a:off x="1542069" y="4464307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914744" y="140728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9"/>
              <p:cNvSpPr/>
              <p:nvPr/>
            </p:nvSpPr>
            <p:spPr>
              <a:xfrm>
                <a:off x="5711419" y="140728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0" name="Google Shape;110;p10"/>
          <p:cNvGrpSpPr/>
          <p:nvPr/>
        </p:nvGrpSpPr>
        <p:grpSpPr>
          <a:xfrm>
            <a:off x="161619" y="154525"/>
            <a:ext cx="8654316" cy="4968500"/>
            <a:chOff x="161619" y="154525"/>
            <a:chExt cx="8654316" cy="4968500"/>
          </a:xfrm>
        </p:grpSpPr>
        <p:sp>
          <p:nvSpPr>
            <p:cNvPr id="111" name="Google Shape;111;p10"/>
            <p:cNvSpPr/>
            <p:nvPr/>
          </p:nvSpPr>
          <p:spPr>
            <a:xfrm>
              <a:off x="3970069" y="48494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161619" y="2837357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7341994" y="2978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10"/>
            <p:cNvGrpSpPr/>
            <p:nvPr/>
          </p:nvGrpSpPr>
          <p:grpSpPr>
            <a:xfrm>
              <a:off x="290590" y="154525"/>
              <a:ext cx="8525345" cy="4968500"/>
              <a:chOff x="290590" y="154525"/>
              <a:chExt cx="8525345" cy="4968500"/>
            </a:xfrm>
          </p:grpSpPr>
          <p:sp>
            <p:nvSpPr>
              <p:cNvPr id="115" name="Google Shape;115;p10"/>
              <p:cNvSpPr/>
              <p:nvPr/>
            </p:nvSpPr>
            <p:spPr>
              <a:xfrm>
                <a:off x="4572010" y="1545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0"/>
              <p:cNvSpPr/>
              <p:nvPr/>
            </p:nvSpPr>
            <p:spPr>
              <a:xfrm>
                <a:off x="290590" y="104003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0"/>
              <p:cNvSpPr/>
              <p:nvPr/>
            </p:nvSpPr>
            <p:spPr>
              <a:xfrm>
                <a:off x="1567228" y="4813663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0"/>
              <p:cNvSpPr/>
              <p:nvPr/>
            </p:nvSpPr>
            <p:spPr>
              <a:xfrm>
                <a:off x="6517185" y="48494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0"/>
              <p:cNvSpPr/>
              <p:nvPr/>
            </p:nvSpPr>
            <p:spPr>
              <a:xfrm>
                <a:off x="8542335" y="11992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4"/>
          <p:cNvGrpSpPr/>
          <p:nvPr/>
        </p:nvGrpSpPr>
        <p:grpSpPr>
          <a:xfrm>
            <a:off x="293690" y="308575"/>
            <a:ext cx="8562238" cy="4358032"/>
            <a:chOff x="293690" y="308575"/>
            <a:chExt cx="8562238" cy="4358032"/>
          </a:xfrm>
        </p:grpSpPr>
        <p:grpSp>
          <p:nvGrpSpPr>
            <p:cNvPr id="316" name="Google Shape;316;p24"/>
            <p:cNvGrpSpPr/>
            <p:nvPr/>
          </p:nvGrpSpPr>
          <p:grpSpPr>
            <a:xfrm>
              <a:off x="293690" y="308575"/>
              <a:ext cx="8562238" cy="4298025"/>
              <a:chOff x="293690" y="308575"/>
              <a:chExt cx="8562238" cy="4298025"/>
            </a:xfrm>
          </p:grpSpPr>
          <p:sp>
            <p:nvSpPr>
              <p:cNvPr id="317" name="Google Shape;317;p24"/>
              <p:cNvSpPr/>
              <p:nvPr/>
            </p:nvSpPr>
            <p:spPr>
              <a:xfrm>
                <a:off x="7159060" y="30857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4"/>
              <p:cNvSpPr/>
              <p:nvPr/>
            </p:nvSpPr>
            <p:spPr>
              <a:xfrm>
                <a:off x="293690" y="282588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4"/>
              <p:cNvSpPr/>
              <p:nvPr/>
            </p:nvSpPr>
            <p:spPr>
              <a:xfrm>
                <a:off x="8653428" y="282588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4"/>
              <p:cNvSpPr/>
              <p:nvPr/>
            </p:nvSpPr>
            <p:spPr>
              <a:xfrm>
                <a:off x="4240710" y="433300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4"/>
              <p:cNvSpPr/>
              <p:nvPr/>
            </p:nvSpPr>
            <p:spPr>
              <a:xfrm>
                <a:off x="1533135" y="641625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" name="Google Shape;322;p24"/>
            <p:cNvGrpSpPr/>
            <p:nvPr/>
          </p:nvGrpSpPr>
          <p:grpSpPr>
            <a:xfrm>
              <a:off x="914744" y="1407282"/>
              <a:ext cx="5000372" cy="3259325"/>
              <a:chOff x="914744" y="1407282"/>
              <a:chExt cx="5000372" cy="3259325"/>
            </a:xfrm>
          </p:grpSpPr>
          <p:sp>
            <p:nvSpPr>
              <p:cNvPr id="323" name="Google Shape;323;p24"/>
              <p:cNvSpPr/>
              <p:nvPr/>
            </p:nvSpPr>
            <p:spPr>
              <a:xfrm>
                <a:off x="1542069" y="4464307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4"/>
              <p:cNvSpPr/>
              <p:nvPr/>
            </p:nvSpPr>
            <p:spPr>
              <a:xfrm>
                <a:off x="914744" y="140728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4"/>
              <p:cNvSpPr/>
              <p:nvPr/>
            </p:nvSpPr>
            <p:spPr>
              <a:xfrm>
                <a:off x="5711419" y="140728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5"/>
          <p:cNvGrpSpPr/>
          <p:nvPr/>
        </p:nvGrpSpPr>
        <p:grpSpPr>
          <a:xfrm>
            <a:off x="233194" y="93900"/>
            <a:ext cx="8658291" cy="4844150"/>
            <a:chOff x="233194" y="93900"/>
            <a:chExt cx="8658291" cy="4844150"/>
          </a:xfrm>
        </p:grpSpPr>
        <p:grpSp>
          <p:nvGrpSpPr>
            <p:cNvPr id="328" name="Google Shape;328;p25"/>
            <p:cNvGrpSpPr/>
            <p:nvPr/>
          </p:nvGrpSpPr>
          <p:grpSpPr>
            <a:xfrm>
              <a:off x="233790" y="93900"/>
              <a:ext cx="8657695" cy="4844150"/>
              <a:chOff x="233790" y="93900"/>
              <a:chExt cx="8657695" cy="4844150"/>
            </a:xfrm>
          </p:grpSpPr>
          <p:sp>
            <p:nvSpPr>
              <p:cNvPr id="329" name="Google Shape;329;p25"/>
              <p:cNvSpPr/>
              <p:nvPr/>
            </p:nvSpPr>
            <p:spPr>
              <a:xfrm>
                <a:off x="8617885" y="392870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233790" y="3027213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5555353" y="241313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5"/>
              <p:cNvSpPr/>
              <p:nvPr/>
            </p:nvSpPr>
            <p:spPr>
              <a:xfrm>
                <a:off x="2542035" y="466445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5"/>
              <p:cNvSpPr/>
              <p:nvPr/>
            </p:nvSpPr>
            <p:spPr>
              <a:xfrm>
                <a:off x="1572060" y="9390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25"/>
            <p:cNvGrpSpPr/>
            <p:nvPr/>
          </p:nvGrpSpPr>
          <p:grpSpPr>
            <a:xfrm>
              <a:off x="233194" y="973832"/>
              <a:ext cx="8493197" cy="3892925"/>
              <a:chOff x="233194" y="973832"/>
              <a:chExt cx="8493197" cy="3892925"/>
            </a:xfrm>
          </p:grpSpPr>
          <p:sp>
            <p:nvSpPr>
              <p:cNvPr id="335" name="Google Shape;335;p25"/>
              <p:cNvSpPr/>
              <p:nvPr/>
            </p:nvSpPr>
            <p:spPr>
              <a:xfrm>
                <a:off x="5718494" y="4664457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233194" y="1037607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8522694" y="97383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6"/>
          <p:cNvGrpSpPr/>
          <p:nvPr/>
        </p:nvGrpSpPr>
        <p:grpSpPr>
          <a:xfrm>
            <a:off x="306760" y="125163"/>
            <a:ext cx="8622150" cy="4917688"/>
            <a:chOff x="306760" y="125163"/>
            <a:chExt cx="8622150" cy="4917688"/>
          </a:xfrm>
        </p:grpSpPr>
        <p:grpSp>
          <p:nvGrpSpPr>
            <p:cNvPr id="340" name="Google Shape;340;p26"/>
            <p:cNvGrpSpPr/>
            <p:nvPr/>
          </p:nvGrpSpPr>
          <p:grpSpPr>
            <a:xfrm>
              <a:off x="306760" y="125163"/>
              <a:ext cx="8622150" cy="4917688"/>
              <a:chOff x="306760" y="125163"/>
              <a:chExt cx="8622150" cy="4917688"/>
            </a:xfrm>
          </p:grpSpPr>
          <p:sp>
            <p:nvSpPr>
              <p:cNvPr id="341" name="Google Shape;341;p26"/>
              <p:cNvSpPr/>
              <p:nvPr/>
            </p:nvSpPr>
            <p:spPr>
              <a:xfrm>
                <a:off x="8655310" y="2409788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2339515" y="125163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4827078" y="438138"/>
                <a:ext cx="202500" cy="2025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3855360" y="476925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306760" y="3023050"/>
                <a:ext cx="273600" cy="2736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" name="Google Shape;346;p26"/>
            <p:cNvGrpSpPr/>
            <p:nvPr/>
          </p:nvGrpSpPr>
          <p:grpSpPr>
            <a:xfrm>
              <a:off x="4422144" y="438257"/>
              <a:ext cx="3481247" cy="3936125"/>
              <a:chOff x="4422144" y="438257"/>
              <a:chExt cx="3481247" cy="3936125"/>
            </a:xfrm>
          </p:grpSpPr>
          <p:sp>
            <p:nvSpPr>
              <p:cNvPr id="347" name="Google Shape;347;p26"/>
              <p:cNvSpPr/>
              <p:nvPr/>
            </p:nvSpPr>
            <p:spPr>
              <a:xfrm>
                <a:off x="4422144" y="209063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4882919" y="4172082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7699694" y="438257"/>
                <a:ext cx="203697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3223" extrusionOk="0">
                    <a:moveTo>
                      <a:pt x="651" y="0"/>
                    </a:moveTo>
                    <a:cubicBezTo>
                      <a:pt x="626" y="0"/>
                      <a:pt x="222" y="404"/>
                      <a:pt x="179" y="430"/>
                    </a:cubicBezTo>
                    <a:lnTo>
                      <a:pt x="1169" y="1509"/>
                    </a:lnTo>
                    <a:lnTo>
                      <a:pt x="1" y="2571"/>
                    </a:lnTo>
                    <a:cubicBezTo>
                      <a:pt x="1" y="2580"/>
                      <a:pt x="438" y="3017"/>
                      <a:pt x="429" y="3044"/>
                    </a:cubicBezTo>
                    <a:lnTo>
                      <a:pt x="1598" y="1982"/>
                    </a:lnTo>
                    <a:lnTo>
                      <a:pt x="2730" y="3222"/>
                    </a:lnTo>
                    <a:lnTo>
                      <a:pt x="2730" y="3222"/>
                    </a:lnTo>
                    <a:cubicBezTo>
                      <a:pt x="2739" y="3213"/>
                      <a:pt x="3142" y="2803"/>
                      <a:pt x="3193" y="2803"/>
                    </a:cubicBezTo>
                    <a:cubicBezTo>
                      <a:pt x="3193" y="2803"/>
                      <a:pt x="3194" y="2803"/>
                      <a:pt x="3194" y="2803"/>
                    </a:cubicBezTo>
                    <a:lnTo>
                      <a:pt x="2061" y="1554"/>
                    </a:lnTo>
                    <a:lnTo>
                      <a:pt x="3230" y="492"/>
                    </a:lnTo>
                    <a:cubicBezTo>
                      <a:pt x="3231" y="493"/>
                      <a:pt x="3231" y="493"/>
                      <a:pt x="3232" y="493"/>
                    </a:cubicBezTo>
                    <a:cubicBezTo>
                      <a:pt x="3244" y="493"/>
                      <a:pt x="2867" y="25"/>
                      <a:pt x="2808" y="25"/>
                    </a:cubicBezTo>
                    <a:cubicBezTo>
                      <a:pt x="2805" y="25"/>
                      <a:pt x="2803" y="26"/>
                      <a:pt x="2802" y="28"/>
                    </a:cubicBezTo>
                    <a:lnTo>
                      <a:pt x="1633" y="1090"/>
                    </a:lnTo>
                    <a:lnTo>
                      <a:pt x="652" y="2"/>
                    </a:lnTo>
                    <a:cubicBezTo>
                      <a:pt x="652" y="1"/>
                      <a:pt x="651" y="0"/>
                      <a:pt x="651" y="0"/>
                    </a:cubicBezTo>
                    <a:close/>
                    <a:moveTo>
                      <a:pt x="2730" y="3222"/>
                    </a:moveTo>
                    <a:cubicBezTo>
                      <a:pt x="2730" y="3222"/>
                      <a:pt x="2730" y="3222"/>
                      <a:pt x="2730" y="3222"/>
                    </a:cubicBezTo>
                    <a:cubicBezTo>
                      <a:pt x="2730" y="3222"/>
                      <a:pt x="2730" y="3222"/>
                      <a:pt x="2730" y="3222"/>
                    </a:cubicBezTo>
                    <a:lnTo>
                      <a:pt x="2730" y="3222"/>
                    </a:lnTo>
                    <a:close/>
                  </a:path>
                </a:pathLst>
              </a:custGeom>
              <a:solidFill>
                <a:srgbClr val="FC67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70" r:id="rId6"/>
    <p:sldLayoutId id="2147483671" r:id="rId7"/>
    <p:sldLayoutId id="214748367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/>
          <p:nvPr/>
        </p:nvSpPr>
        <p:spPr>
          <a:xfrm>
            <a:off x="-2133950" y="5582447"/>
            <a:ext cx="153045" cy="48091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0"/>
          <p:cNvSpPr/>
          <p:nvPr/>
        </p:nvSpPr>
        <p:spPr>
          <a:xfrm flipH="1">
            <a:off x="1326584" y="5542547"/>
            <a:ext cx="153043" cy="48091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0"/>
          <p:cNvSpPr/>
          <p:nvPr/>
        </p:nvSpPr>
        <p:spPr>
          <a:xfrm rot="396665">
            <a:off x="-1657765" y="5073361"/>
            <a:ext cx="820871" cy="1348456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30"/>
          <p:cNvGrpSpPr/>
          <p:nvPr/>
        </p:nvGrpSpPr>
        <p:grpSpPr>
          <a:xfrm>
            <a:off x="-1599426" y="4975857"/>
            <a:ext cx="621958" cy="1121909"/>
            <a:chOff x="3606054" y="1241599"/>
            <a:chExt cx="770899" cy="1108686"/>
          </a:xfrm>
        </p:grpSpPr>
        <p:sp>
          <p:nvSpPr>
            <p:cNvPr id="364" name="Google Shape;364;p30"/>
            <p:cNvSpPr/>
            <p:nvPr/>
          </p:nvSpPr>
          <p:spPr>
            <a:xfrm>
              <a:off x="3606054" y="1241599"/>
              <a:ext cx="770899" cy="1108686"/>
            </a:xfrm>
            <a:custGeom>
              <a:avLst/>
              <a:gdLst/>
              <a:ahLst/>
              <a:cxnLst/>
              <a:rect l="l" t="t" r="r" b="b"/>
              <a:pathLst>
                <a:path w="19627" h="28227" extrusionOk="0">
                  <a:moveTo>
                    <a:pt x="10411" y="0"/>
                  </a:moveTo>
                  <a:cubicBezTo>
                    <a:pt x="9474" y="0"/>
                    <a:pt x="8707" y="768"/>
                    <a:pt x="8707" y="1704"/>
                  </a:cubicBezTo>
                  <a:lnTo>
                    <a:pt x="8707" y="2507"/>
                  </a:lnTo>
                  <a:lnTo>
                    <a:pt x="6325" y="2507"/>
                  </a:lnTo>
                  <a:cubicBezTo>
                    <a:pt x="6093" y="2507"/>
                    <a:pt x="5897" y="2695"/>
                    <a:pt x="5897" y="2935"/>
                  </a:cubicBezTo>
                  <a:lnTo>
                    <a:pt x="5897" y="3399"/>
                  </a:lnTo>
                  <a:lnTo>
                    <a:pt x="5540" y="3408"/>
                  </a:lnTo>
                  <a:lnTo>
                    <a:pt x="0" y="3408"/>
                  </a:lnTo>
                  <a:lnTo>
                    <a:pt x="0" y="28226"/>
                  </a:lnTo>
                  <a:lnTo>
                    <a:pt x="19626" y="28226"/>
                  </a:lnTo>
                  <a:lnTo>
                    <a:pt x="19626" y="3408"/>
                  </a:lnTo>
                  <a:lnTo>
                    <a:pt x="15041" y="3408"/>
                  </a:lnTo>
                  <a:lnTo>
                    <a:pt x="14684" y="3399"/>
                  </a:lnTo>
                  <a:lnTo>
                    <a:pt x="14684" y="2935"/>
                  </a:lnTo>
                  <a:cubicBezTo>
                    <a:pt x="14684" y="2695"/>
                    <a:pt x="14488" y="2507"/>
                    <a:pt x="14247" y="2507"/>
                  </a:cubicBezTo>
                  <a:lnTo>
                    <a:pt x="12115" y="2507"/>
                  </a:lnTo>
                  <a:lnTo>
                    <a:pt x="12115" y="1704"/>
                  </a:lnTo>
                  <a:cubicBezTo>
                    <a:pt x="12115" y="768"/>
                    <a:pt x="11348" y="0"/>
                    <a:pt x="10411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30"/>
            <p:cNvGrpSpPr/>
            <p:nvPr/>
          </p:nvGrpSpPr>
          <p:grpSpPr>
            <a:xfrm>
              <a:off x="3606211" y="1241601"/>
              <a:ext cx="770585" cy="1108682"/>
              <a:chOff x="4616907" y="1475163"/>
              <a:chExt cx="770585" cy="1108682"/>
            </a:xfrm>
          </p:grpSpPr>
          <p:sp>
            <p:nvSpPr>
              <p:cNvPr id="366" name="Google Shape;366;p30"/>
              <p:cNvSpPr/>
              <p:nvPr/>
            </p:nvSpPr>
            <p:spPr>
              <a:xfrm>
                <a:off x="4616907" y="1609017"/>
                <a:ext cx="770585" cy="974828"/>
              </a:xfrm>
              <a:custGeom>
                <a:avLst/>
                <a:gdLst/>
                <a:ahLst/>
                <a:cxnLst/>
                <a:rect l="l" t="t" r="r" b="b"/>
                <a:pathLst>
                  <a:path w="19619" h="24819" extrusionOk="0">
                    <a:moveTo>
                      <a:pt x="1" y="0"/>
                    </a:moveTo>
                    <a:lnTo>
                      <a:pt x="1" y="24818"/>
                    </a:lnTo>
                    <a:lnTo>
                      <a:pt x="19618" y="24818"/>
                    </a:lnTo>
                    <a:lnTo>
                      <a:pt x="196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0"/>
              <p:cNvSpPr/>
              <p:nvPr/>
            </p:nvSpPr>
            <p:spPr>
              <a:xfrm>
                <a:off x="4660346" y="1664004"/>
                <a:ext cx="683311" cy="864458"/>
              </a:xfrm>
              <a:custGeom>
                <a:avLst/>
                <a:gdLst/>
                <a:ahLst/>
                <a:cxnLst/>
                <a:rect l="l" t="t" r="r" b="b"/>
                <a:pathLst>
                  <a:path w="17397" h="22009" extrusionOk="0">
                    <a:moveTo>
                      <a:pt x="1" y="1"/>
                    </a:moveTo>
                    <a:lnTo>
                      <a:pt x="1" y="22009"/>
                    </a:lnTo>
                    <a:lnTo>
                      <a:pt x="17397" y="22009"/>
                    </a:lnTo>
                    <a:lnTo>
                      <a:pt x="173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0"/>
              <p:cNvSpPr/>
              <p:nvPr/>
            </p:nvSpPr>
            <p:spPr>
              <a:xfrm>
                <a:off x="4727273" y="1751591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197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197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4888818" y="1760703"/>
                <a:ext cx="37180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946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9466" y="465"/>
                    </a:lnTo>
                    <a:lnTo>
                      <a:pt x="94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4888818" y="1852885"/>
                <a:ext cx="28279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0"/>
              <p:cNvSpPr/>
              <p:nvPr/>
            </p:nvSpPr>
            <p:spPr>
              <a:xfrm>
                <a:off x="4888818" y="1806617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4"/>
                    </a:lnTo>
                    <a:lnTo>
                      <a:pt x="6165" y="464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4727273" y="1940118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8"/>
                    </a:lnTo>
                    <a:lnTo>
                      <a:pt x="206" y="3078"/>
                    </a:lnTo>
                    <a:lnTo>
                      <a:pt x="206" y="206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0"/>
              <p:cNvSpPr/>
              <p:nvPr/>
            </p:nvSpPr>
            <p:spPr>
              <a:xfrm>
                <a:off x="4888818" y="1949230"/>
                <a:ext cx="273332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6959" y="464"/>
                    </a:lnTo>
                    <a:lnTo>
                      <a:pt x="695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0"/>
              <p:cNvSpPr/>
              <p:nvPr/>
            </p:nvSpPr>
            <p:spPr>
              <a:xfrm>
                <a:off x="4888818" y="2041372"/>
                <a:ext cx="338179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10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8609" y="465"/>
                    </a:lnTo>
                    <a:lnTo>
                      <a:pt x="8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0"/>
              <p:cNvSpPr/>
              <p:nvPr/>
            </p:nvSpPr>
            <p:spPr>
              <a:xfrm>
                <a:off x="4888818" y="1995458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4727273" y="2162972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5"/>
                    </a:moveTo>
                    <a:lnTo>
                      <a:pt x="3070" y="3069"/>
                    </a:lnTo>
                    <a:lnTo>
                      <a:pt x="206" y="3069"/>
                    </a:lnTo>
                    <a:lnTo>
                      <a:pt x="206" y="205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0"/>
              <p:cNvSpPr/>
              <p:nvPr/>
            </p:nvSpPr>
            <p:spPr>
              <a:xfrm>
                <a:off x="4888818" y="2172084"/>
                <a:ext cx="2029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5166" y="464"/>
                    </a:lnTo>
                    <a:lnTo>
                      <a:pt x="51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0"/>
              <p:cNvSpPr/>
              <p:nvPr/>
            </p:nvSpPr>
            <p:spPr>
              <a:xfrm>
                <a:off x="4888818" y="2264227"/>
                <a:ext cx="341675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9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8698" y="464"/>
                    </a:lnTo>
                    <a:lnTo>
                      <a:pt x="86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0"/>
              <p:cNvSpPr/>
              <p:nvPr/>
            </p:nvSpPr>
            <p:spPr>
              <a:xfrm>
                <a:off x="4888818" y="2218313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0"/>
              <p:cNvSpPr/>
              <p:nvPr/>
            </p:nvSpPr>
            <p:spPr>
              <a:xfrm>
                <a:off x="4727273" y="2368624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206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0"/>
              <p:cNvSpPr/>
              <p:nvPr/>
            </p:nvSpPr>
            <p:spPr>
              <a:xfrm>
                <a:off x="4888818" y="2377736"/>
                <a:ext cx="2355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99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5995" y="465"/>
                    </a:lnTo>
                    <a:lnTo>
                      <a:pt x="599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0"/>
              <p:cNvSpPr/>
              <p:nvPr/>
            </p:nvSpPr>
            <p:spPr>
              <a:xfrm>
                <a:off x="4888818" y="2469918"/>
                <a:ext cx="282798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4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0"/>
              <p:cNvSpPr/>
              <p:nvPr/>
            </p:nvSpPr>
            <p:spPr>
              <a:xfrm>
                <a:off x="4888818" y="2424003"/>
                <a:ext cx="31363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985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985" y="464"/>
                    </a:lnTo>
                    <a:lnTo>
                      <a:pt x="79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0"/>
              <p:cNvSpPr/>
              <p:nvPr/>
            </p:nvSpPr>
            <p:spPr>
              <a:xfrm>
                <a:off x="4834145" y="1608310"/>
                <a:ext cx="24588" cy="5573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419" extrusionOk="0">
                    <a:moveTo>
                      <a:pt x="625" y="0"/>
                    </a:moveTo>
                    <a:lnTo>
                      <a:pt x="1" y="18"/>
                    </a:lnTo>
                    <a:lnTo>
                      <a:pt x="358" y="1419"/>
                    </a:lnTo>
                    <a:lnTo>
                      <a:pt x="625" y="0"/>
                    </a:lnTo>
                    <a:close/>
                  </a:path>
                </a:pathLst>
              </a:custGeom>
              <a:solidFill>
                <a:srgbClr val="C4C9D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0"/>
              <p:cNvSpPr/>
              <p:nvPr/>
            </p:nvSpPr>
            <p:spPr>
              <a:xfrm>
                <a:off x="4848166" y="1688906"/>
                <a:ext cx="34517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349" extrusionOk="0">
                    <a:moveTo>
                      <a:pt x="1" y="0"/>
                    </a:moveTo>
                    <a:lnTo>
                      <a:pt x="1" y="348"/>
                    </a:lnTo>
                    <a:lnTo>
                      <a:pt x="8788" y="348"/>
                    </a:lnTo>
                    <a:lnTo>
                      <a:pt x="8788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0"/>
              <p:cNvSpPr/>
              <p:nvPr/>
            </p:nvSpPr>
            <p:spPr>
              <a:xfrm>
                <a:off x="4848166" y="1475163"/>
                <a:ext cx="345171" cy="213787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5443" extrusionOk="0">
                    <a:moveTo>
                      <a:pt x="4515" y="919"/>
                    </a:moveTo>
                    <a:cubicBezTo>
                      <a:pt x="4747" y="919"/>
                      <a:pt x="4943" y="1107"/>
                      <a:pt x="4943" y="1338"/>
                    </a:cubicBezTo>
                    <a:cubicBezTo>
                      <a:pt x="4943" y="1570"/>
                      <a:pt x="4747" y="1767"/>
                      <a:pt x="4515" y="1767"/>
                    </a:cubicBezTo>
                    <a:cubicBezTo>
                      <a:pt x="4283" y="1767"/>
                      <a:pt x="4095" y="1570"/>
                      <a:pt x="4095" y="1338"/>
                    </a:cubicBezTo>
                    <a:cubicBezTo>
                      <a:pt x="4095" y="1107"/>
                      <a:pt x="4283" y="919"/>
                      <a:pt x="4515" y="919"/>
                    </a:cubicBezTo>
                    <a:close/>
                    <a:moveTo>
                      <a:pt x="4515" y="0"/>
                    </a:moveTo>
                    <a:cubicBezTo>
                      <a:pt x="3578" y="0"/>
                      <a:pt x="2811" y="768"/>
                      <a:pt x="2811" y="1704"/>
                    </a:cubicBezTo>
                    <a:lnTo>
                      <a:pt x="2811" y="2498"/>
                    </a:lnTo>
                    <a:lnTo>
                      <a:pt x="438" y="2498"/>
                    </a:lnTo>
                    <a:cubicBezTo>
                      <a:pt x="197" y="2498"/>
                      <a:pt x="1" y="2694"/>
                      <a:pt x="1" y="2935"/>
                    </a:cubicBezTo>
                    <a:lnTo>
                      <a:pt x="1" y="5442"/>
                    </a:lnTo>
                    <a:lnTo>
                      <a:pt x="8788" y="5442"/>
                    </a:lnTo>
                    <a:lnTo>
                      <a:pt x="8788" y="2935"/>
                    </a:lnTo>
                    <a:cubicBezTo>
                      <a:pt x="8788" y="2694"/>
                      <a:pt x="8592" y="2498"/>
                      <a:pt x="8351" y="2498"/>
                    </a:cubicBezTo>
                    <a:lnTo>
                      <a:pt x="6219" y="2498"/>
                    </a:lnTo>
                    <a:lnTo>
                      <a:pt x="6219" y="1704"/>
                    </a:lnTo>
                    <a:cubicBezTo>
                      <a:pt x="6219" y="768"/>
                      <a:pt x="5451" y="0"/>
                      <a:pt x="45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0"/>
              <p:cNvSpPr/>
              <p:nvPr/>
            </p:nvSpPr>
            <p:spPr>
              <a:xfrm>
                <a:off x="4722364" y="1732345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0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0"/>
              <p:cNvSpPr/>
              <p:nvPr/>
            </p:nvSpPr>
            <p:spPr>
              <a:xfrm>
                <a:off x="4722364" y="1921186"/>
                <a:ext cx="145130" cy="12690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1" extrusionOk="0">
                    <a:moveTo>
                      <a:pt x="3105" y="1"/>
                    </a:moveTo>
                    <a:lnTo>
                      <a:pt x="1339" y="2392"/>
                    </a:lnTo>
                    <a:lnTo>
                      <a:pt x="465" y="1615"/>
                    </a:lnTo>
                    <a:lnTo>
                      <a:pt x="1" y="2053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0"/>
              <p:cNvSpPr/>
              <p:nvPr/>
            </p:nvSpPr>
            <p:spPr>
              <a:xfrm>
                <a:off x="4722364" y="2134929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1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0" name="Google Shape;390;p30"/>
          <p:cNvGrpSpPr/>
          <p:nvPr/>
        </p:nvGrpSpPr>
        <p:grpSpPr>
          <a:xfrm>
            <a:off x="229383" y="5279928"/>
            <a:ext cx="370918" cy="844999"/>
            <a:chOff x="1063597" y="541030"/>
            <a:chExt cx="459743" cy="835040"/>
          </a:xfrm>
        </p:grpSpPr>
        <p:sp>
          <p:nvSpPr>
            <p:cNvPr id="391" name="Google Shape;391;p30"/>
            <p:cNvSpPr/>
            <p:nvPr/>
          </p:nvSpPr>
          <p:spPr>
            <a:xfrm>
              <a:off x="1063597" y="541030"/>
              <a:ext cx="459743" cy="835040"/>
            </a:xfrm>
            <a:custGeom>
              <a:avLst/>
              <a:gdLst/>
              <a:ahLst/>
              <a:cxnLst/>
              <a:rect l="l" t="t" r="r" b="b"/>
              <a:pathLst>
                <a:path w="11705" h="21260" extrusionOk="0">
                  <a:moveTo>
                    <a:pt x="1356" y="0"/>
                  </a:moveTo>
                  <a:lnTo>
                    <a:pt x="616" y="170"/>
                  </a:lnTo>
                  <a:lnTo>
                    <a:pt x="0" y="313"/>
                  </a:lnTo>
                  <a:lnTo>
                    <a:pt x="401" y="794"/>
                  </a:lnTo>
                  <a:lnTo>
                    <a:pt x="883" y="1383"/>
                  </a:lnTo>
                  <a:lnTo>
                    <a:pt x="901" y="1401"/>
                  </a:lnTo>
                  <a:lnTo>
                    <a:pt x="3506" y="2293"/>
                  </a:lnTo>
                  <a:lnTo>
                    <a:pt x="3024" y="3747"/>
                  </a:lnTo>
                  <a:cubicBezTo>
                    <a:pt x="3024" y="3747"/>
                    <a:pt x="2980" y="3908"/>
                    <a:pt x="2989" y="4077"/>
                  </a:cubicBezTo>
                  <a:cubicBezTo>
                    <a:pt x="2980" y="4202"/>
                    <a:pt x="3006" y="4300"/>
                    <a:pt x="3096" y="4372"/>
                  </a:cubicBezTo>
                  <a:cubicBezTo>
                    <a:pt x="3158" y="4443"/>
                    <a:pt x="3256" y="4497"/>
                    <a:pt x="3408" y="4505"/>
                  </a:cubicBezTo>
                  <a:cubicBezTo>
                    <a:pt x="3524" y="4532"/>
                    <a:pt x="3667" y="4559"/>
                    <a:pt x="3845" y="4577"/>
                  </a:cubicBezTo>
                  <a:cubicBezTo>
                    <a:pt x="4211" y="4613"/>
                    <a:pt x="4693" y="4675"/>
                    <a:pt x="5103" y="4728"/>
                  </a:cubicBezTo>
                  <a:cubicBezTo>
                    <a:pt x="4969" y="5005"/>
                    <a:pt x="4835" y="5308"/>
                    <a:pt x="4764" y="5567"/>
                  </a:cubicBezTo>
                  <a:cubicBezTo>
                    <a:pt x="4612" y="6192"/>
                    <a:pt x="5486" y="6495"/>
                    <a:pt x="5486" y="6495"/>
                  </a:cubicBezTo>
                  <a:lnTo>
                    <a:pt x="5486" y="7976"/>
                  </a:lnTo>
                  <a:cubicBezTo>
                    <a:pt x="4916" y="8422"/>
                    <a:pt x="4969" y="10045"/>
                    <a:pt x="4969" y="10045"/>
                  </a:cubicBezTo>
                  <a:lnTo>
                    <a:pt x="5272" y="13096"/>
                  </a:lnTo>
                  <a:lnTo>
                    <a:pt x="5620" y="13096"/>
                  </a:lnTo>
                  <a:lnTo>
                    <a:pt x="5790" y="19180"/>
                  </a:lnTo>
                  <a:cubicBezTo>
                    <a:pt x="5790" y="19234"/>
                    <a:pt x="5790" y="19314"/>
                    <a:pt x="5799" y="19412"/>
                  </a:cubicBezTo>
                  <a:lnTo>
                    <a:pt x="5799" y="19421"/>
                  </a:lnTo>
                  <a:cubicBezTo>
                    <a:pt x="5808" y="19466"/>
                    <a:pt x="5808" y="19502"/>
                    <a:pt x="5817" y="19546"/>
                  </a:cubicBezTo>
                  <a:cubicBezTo>
                    <a:pt x="5852" y="19850"/>
                    <a:pt x="5710" y="19903"/>
                    <a:pt x="5710" y="19903"/>
                  </a:cubicBezTo>
                  <a:cubicBezTo>
                    <a:pt x="5710" y="19903"/>
                    <a:pt x="5326" y="20028"/>
                    <a:pt x="4978" y="20153"/>
                  </a:cubicBezTo>
                  <a:cubicBezTo>
                    <a:pt x="4764" y="20224"/>
                    <a:pt x="4577" y="20305"/>
                    <a:pt x="4496" y="20349"/>
                  </a:cubicBezTo>
                  <a:cubicBezTo>
                    <a:pt x="4282" y="20474"/>
                    <a:pt x="4496" y="20554"/>
                    <a:pt x="4496" y="20554"/>
                  </a:cubicBezTo>
                  <a:cubicBezTo>
                    <a:pt x="4496" y="20554"/>
                    <a:pt x="5341" y="20543"/>
                    <a:pt x="5867" y="20543"/>
                  </a:cubicBezTo>
                  <a:cubicBezTo>
                    <a:pt x="5998" y="20543"/>
                    <a:pt x="6109" y="20544"/>
                    <a:pt x="6182" y="20545"/>
                  </a:cubicBezTo>
                  <a:cubicBezTo>
                    <a:pt x="6191" y="20546"/>
                    <a:pt x="6200" y="20546"/>
                    <a:pt x="6208" y="20546"/>
                  </a:cubicBezTo>
                  <a:cubicBezTo>
                    <a:pt x="6557" y="20546"/>
                    <a:pt x="6548" y="20189"/>
                    <a:pt x="6548" y="20189"/>
                  </a:cubicBezTo>
                  <a:lnTo>
                    <a:pt x="6548" y="20099"/>
                  </a:lnTo>
                  <a:lnTo>
                    <a:pt x="6548" y="19243"/>
                  </a:lnTo>
                  <a:lnTo>
                    <a:pt x="6548" y="13096"/>
                  </a:lnTo>
                  <a:lnTo>
                    <a:pt x="7547" y="13096"/>
                  </a:lnTo>
                  <a:lnTo>
                    <a:pt x="9394" y="19457"/>
                  </a:lnTo>
                  <a:lnTo>
                    <a:pt x="9430" y="19582"/>
                  </a:lnTo>
                  <a:lnTo>
                    <a:pt x="9439" y="19582"/>
                  </a:lnTo>
                  <a:cubicBezTo>
                    <a:pt x="9456" y="19662"/>
                    <a:pt x="9492" y="19778"/>
                    <a:pt x="9519" y="19885"/>
                  </a:cubicBezTo>
                  <a:cubicBezTo>
                    <a:pt x="9554" y="20046"/>
                    <a:pt x="9474" y="20197"/>
                    <a:pt x="9439" y="20260"/>
                  </a:cubicBezTo>
                  <a:cubicBezTo>
                    <a:pt x="9421" y="20278"/>
                    <a:pt x="9403" y="20296"/>
                    <a:pt x="9385" y="20313"/>
                  </a:cubicBezTo>
                  <a:cubicBezTo>
                    <a:pt x="9296" y="20376"/>
                    <a:pt x="9019" y="20563"/>
                    <a:pt x="8778" y="20742"/>
                  </a:cubicBezTo>
                  <a:cubicBezTo>
                    <a:pt x="8600" y="20867"/>
                    <a:pt x="8430" y="20991"/>
                    <a:pt x="8368" y="21063"/>
                  </a:cubicBezTo>
                  <a:cubicBezTo>
                    <a:pt x="8198" y="21250"/>
                    <a:pt x="8430" y="21259"/>
                    <a:pt x="8430" y="21259"/>
                  </a:cubicBezTo>
                  <a:cubicBezTo>
                    <a:pt x="8430" y="21259"/>
                    <a:pt x="9688" y="20867"/>
                    <a:pt x="10045" y="20777"/>
                  </a:cubicBezTo>
                  <a:cubicBezTo>
                    <a:pt x="10411" y="20688"/>
                    <a:pt x="10286" y="20331"/>
                    <a:pt x="10286" y="20331"/>
                  </a:cubicBezTo>
                  <a:lnTo>
                    <a:pt x="10259" y="20242"/>
                  </a:lnTo>
                  <a:lnTo>
                    <a:pt x="10027" y="19439"/>
                  </a:lnTo>
                  <a:lnTo>
                    <a:pt x="8618" y="13096"/>
                  </a:lnTo>
                  <a:lnTo>
                    <a:pt x="9019" y="13096"/>
                  </a:lnTo>
                  <a:cubicBezTo>
                    <a:pt x="9019" y="13096"/>
                    <a:pt x="8546" y="11999"/>
                    <a:pt x="8520" y="10304"/>
                  </a:cubicBezTo>
                  <a:cubicBezTo>
                    <a:pt x="8511" y="9564"/>
                    <a:pt x="8359" y="9028"/>
                    <a:pt x="8207" y="8663"/>
                  </a:cubicBezTo>
                  <a:cubicBezTo>
                    <a:pt x="8252" y="8645"/>
                    <a:pt x="8306" y="8645"/>
                    <a:pt x="8368" y="8645"/>
                  </a:cubicBezTo>
                  <a:cubicBezTo>
                    <a:pt x="8373" y="8645"/>
                    <a:pt x="8378" y="8646"/>
                    <a:pt x="8384" y="8646"/>
                  </a:cubicBezTo>
                  <a:cubicBezTo>
                    <a:pt x="8449" y="8646"/>
                    <a:pt x="8506" y="8596"/>
                    <a:pt x="8564" y="8538"/>
                  </a:cubicBezTo>
                  <a:lnTo>
                    <a:pt x="8591" y="8556"/>
                  </a:lnTo>
                  <a:cubicBezTo>
                    <a:pt x="8591" y="8556"/>
                    <a:pt x="9795" y="7164"/>
                    <a:pt x="10348" y="6629"/>
                  </a:cubicBezTo>
                  <a:cubicBezTo>
                    <a:pt x="10910" y="6084"/>
                    <a:pt x="10554" y="5781"/>
                    <a:pt x="10554" y="5781"/>
                  </a:cubicBezTo>
                  <a:cubicBezTo>
                    <a:pt x="10554" y="5781"/>
                    <a:pt x="9010" y="4381"/>
                    <a:pt x="8537" y="4042"/>
                  </a:cubicBezTo>
                  <a:cubicBezTo>
                    <a:pt x="8537" y="4042"/>
                    <a:pt x="8529" y="4033"/>
                    <a:pt x="8520" y="4006"/>
                  </a:cubicBezTo>
                  <a:lnTo>
                    <a:pt x="8520" y="4006"/>
                  </a:lnTo>
                  <a:lnTo>
                    <a:pt x="10313" y="4613"/>
                  </a:lnTo>
                  <a:lnTo>
                    <a:pt x="10848" y="4800"/>
                  </a:lnTo>
                  <a:lnTo>
                    <a:pt x="11223" y="4925"/>
                  </a:lnTo>
                  <a:lnTo>
                    <a:pt x="11704" y="3524"/>
                  </a:lnTo>
                  <a:lnTo>
                    <a:pt x="11330" y="3399"/>
                  </a:lnTo>
                  <a:lnTo>
                    <a:pt x="10795" y="3212"/>
                  </a:lnTo>
                  <a:lnTo>
                    <a:pt x="8832" y="2543"/>
                  </a:lnTo>
                  <a:cubicBezTo>
                    <a:pt x="8885" y="2159"/>
                    <a:pt x="8903" y="1767"/>
                    <a:pt x="8903" y="1374"/>
                  </a:cubicBezTo>
                  <a:cubicBezTo>
                    <a:pt x="8903" y="1133"/>
                    <a:pt x="8885" y="875"/>
                    <a:pt x="8743" y="678"/>
                  </a:cubicBezTo>
                  <a:cubicBezTo>
                    <a:pt x="8582" y="455"/>
                    <a:pt x="8297" y="366"/>
                    <a:pt x="8029" y="295"/>
                  </a:cubicBezTo>
                  <a:cubicBezTo>
                    <a:pt x="8011" y="295"/>
                    <a:pt x="7993" y="286"/>
                    <a:pt x="7975" y="286"/>
                  </a:cubicBezTo>
                  <a:cubicBezTo>
                    <a:pt x="7704" y="224"/>
                    <a:pt x="7424" y="167"/>
                    <a:pt x="7144" y="167"/>
                  </a:cubicBezTo>
                  <a:cubicBezTo>
                    <a:pt x="7019" y="167"/>
                    <a:pt x="6895" y="178"/>
                    <a:pt x="6771" y="206"/>
                  </a:cubicBezTo>
                  <a:cubicBezTo>
                    <a:pt x="6512" y="268"/>
                    <a:pt x="6031" y="500"/>
                    <a:pt x="5995" y="812"/>
                  </a:cubicBezTo>
                  <a:cubicBezTo>
                    <a:pt x="5968" y="991"/>
                    <a:pt x="6156" y="1115"/>
                    <a:pt x="6352" y="1196"/>
                  </a:cubicBezTo>
                  <a:cubicBezTo>
                    <a:pt x="6343" y="1223"/>
                    <a:pt x="6334" y="1249"/>
                    <a:pt x="6316" y="1267"/>
                  </a:cubicBezTo>
                  <a:cubicBezTo>
                    <a:pt x="6307" y="1294"/>
                    <a:pt x="6298" y="1321"/>
                    <a:pt x="6289" y="1338"/>
                  </a:cubicBezTo>
                  <a:cubicBezTo>
                    <a:pt x="6272" y="1347"/>
                    <a:pt x="6254" y="1356"/>
                    <a:pt x="6245" y="1365"/>
                  </a:cubicBezTo>
                  <a:cubicBezTo>
                    <a:pt x="6227" y="1383"/>
                    <a:pt x="6218" y="1410"/>
                    <a:pt x="6236" y="1428"/>
                  </a:cubicBezTo>
                  <a:cubicBezTo>
                    <a:pt x="6245" y="1428"/>
                    <a:pt x="6245" y="1428"/>
                    <a:pt x="6245" y="1437"/>
                  </a:cubicBezTo>
                  <a:cubicBezTo>
                    <a:pt x="6218" y="1499"/>
                    <a:pt x="6200" y="1562"/>
                    <a:pt x="6173" y="1633"/>
                  </a:cubicBezTo>
                  <a:lnTo>
                    <a:pt x="4505" y="1071"/>
                  </a:lnTo>
                  <a:cubicBezTo>
                    <a:pt x="4523" y="1017"/>
                    <a:pt x="4532" y="955"/>
                    <a:pt x="4532" y="901"/>
                  </a:cubicBezTo>
                  <a:cubicBezTo>
                    <a:pt x="4532" y="884"/>
                    <a:pt x="4532" y="857"/>
                    <a:pt x="4523" y="839"/>
                  </a:cubicBezTo>
                  <a:cubicBezTo>
                    <a:pt x="4514" y="821"/>
                    <a:pt x="4487" y="812"/>
                    <a:pt x="4469" y="803"/>
                  </a:cubicBezTo>
                  <a:cubicBezTo>
                    <a:pt x="4380" y="759"/>
                    <a:pt x="4291" y="768"/>
                    <a:pt x="4202" y="759"/>
                  </a:cubicBezTo>
                  <a:cubicBezTo>
                    <a:pt x="4122" y="759"/>
                    <a:pt x="4050" y="732"/>
                    <a:pt x="3979" y="732"/>
                  </a:cubicBezTo>
                  <a:cubicBezTo>
                    <a:pt x="3899" y="732"/>
                    <a:pt x="3827" y="759"/>
                    <a:pt x="3783" y="821"/>
                  </a:cubicBezTo>
                  <a:lnTo>
                    <a:pt x="1383" y="0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" name="Google Shape;392;p30"/>
            <p:cNvGrpSpPr/>
            <p:nvPr/>
          </p:nvGrpSpPr>
          <p:grpSpPr>
            <a:xfrm>
              <a:off x="1063760" y="541037"/>
              <a:ext cx="459418" cy="835019"/>
              <a:chOff x="1538412" y="541037"/>
              <a:chExt cx="459418" cy="835019"/>
            </a:xfrm>
          </p:grpSpPr>
          <p:sp>
            <p:nvSpPr>
              <p:cNvPr id="393" name="Google Shape;393;p30"/>
              <p:cNvSpPr/>
              <p:nvPr/>
            </p:nvSpPr>
            <p:spPr>
              <a:xfrm>
                <a:off x="1829255" y="1037884"/>
                <a:ext cx="103025" cy="272311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6933" extrusionOk="0">
                    <a:moveTo>
                      <a:pt x="0" y="0"/>
                    </a:moveTo>
                    <a:lnTo>
                      <a:pt x="2025" y="6932"/>
                    </a:lnTo>
                    <a:lnTo>
                      <a:pt x="2623" y="6834"/>
                    </a:lnTo>
                    <a:lnTo>
                      <a:pt x="1133" y="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0"/>
              <p:cNvSpPr/>
              <p:nvPr/>
            </p:nvSpPr>
            <p:spPr>
              <a:xfrm>
                <a:off x="1758439" y="1029833"/>
                <a:ext cx="36842" cy="274393"/>
              </a:xfrm>
              <a:custGeom>
                <a:avLst/>
                <a:gdLst/>
                <a:ahLst/>
                <a:cxnLst/>
                <a:rect l="l" t="t" r="r" b="b"/>
                <a:pathLst>
                  <a:path w="938" h="6986" extrusionOk="0">
                    <a:moveTo>
                      <a:pt x="1" y="0"/>
                    </a:moveTo>
                    <a:lnTo>
                      <a:pt x="197" y="6985"/>
                    </a:lnTo>
                    <a:lnTo>
                      <a:pt x="938" y="6985"/>
                    </a:lnTo>
                    <a:lnTo>
                      <a:pt x="938" y="16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1731142" y="854267"/>
                <a:ext cx="161195" cy="201533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5131" extrusionOk="0">
                    <a:moveTo>
                      <a:pt x="571" y="1"/>
                    </a:moveTo>
                    <a:cubicBezTo>
                      <a:pt x="0" y="447"/>
                      <a:pt x="54" y="2079"/>
                      <a:pt x="54" y="2079"/>
                    </a:cubicBezTo>
                    <a:lnTo>
                      <a:pt x="357" y="5130"/>
                    </a:lnTo>
                    <a:lnTo>
                      <a:pt x="4104" y="5130"/>
                    </a:lnTo>
                    <a:cubicBezTo>
                      <a:pt x="4104" y="5130"/>
                      <a:pt x="3631" y="4033"/>
                      <a:pt x="3604" y="2329"/>
                    </a:cubicBezTo>
                    <a:cubicBezTo>
                      <a:pt x="3577" y="634"/>
                      <a:pt x="2846" y="1"/>
                      <a:pt x="28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0"/>
              <p:cNvSpPr/>
              <p:nvPr/>
            </p:nvSpPr>
            <p:spPr>
              <a:xfrm>
                <a:off x="1647719" y="587973"/>
                <a:ext cx="59623" cy="130401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320" extrusionOk="0">
                    <a:moveTo>
                      <a:pt x="1080" y="1"/>
                    </a:moveTo>
                    <a:lnTo>
                      <a:pt x="242" y="2561"/>
                    </a:lnTo>
                    <a:cubicBezTo>
                      <a:pt x="242" y="2561"/>
                      <a:pt x="1" y="3293"/>
                      <a:pt x="661" y="3319"/>
                    </a:cubicBezTo>
                    <a:cubicBezTo>
                      <a:pt x="669" y="3320"/>
                      <a:pt x="676" y="3320"/>
                      <a:pt x="684" y="3320"/>
                    </a:cubicBezTo>
                    <a:cubicBezTo>
                      <a:pt x="1310" y="3320"/>
                      <a:pt x="1232" y="2222"/>
                      <a:pt x="1232" y="2222"/>
                    </a:cubicBezTo>
                    <a:lnTo>
                      <a:pt x="1517" y="153"/>
                    </a:lnTo>
                    <a:lnTo>
                      <a:pt x="108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1538412" y="541037"/>
                <a:ext cx="444700" cy="188532"/>
              </a:xfrm>
              <a:custGeom>
                <a:avLst/>
                <a:gdLst/>
                <a:ahLst/>
                <a:cxnLst/>
                <a:rect l="l" t="t" r="r" b="b"/>
                <a:pathLst>
                  <a:path w="11322" h="4800" extrusionOk="0">
                    <a:moveTo>
                      <a:pt x="1383" y="0"/>
                    </a:moveTo>
                    <a:lnTo>
                      <a:pt x="1357" y="9"/>
                    </a:lnTo>
                    <a:lnTo>
                      <a:pt x="1" y="313"/>
                    </a:lnTo>
                    <a:lnTo>
                      <a:pt x="884" y="1383"/>
                    </a:lnTo>
                    <a:lnTo>
                      <a:pt x="902" y="1401"/>
                    </a:lnTo>
                    <a:lnTo>
                      <a:pt x="10840" y="4800"/>
                    </a:lnTo>
                    <a:lnTo>
                      <a:pt x="11321" y="3399"/>
                    </a:lnTo>
                    <a:lnTo>
                      <a:pt x="138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1538412" y="541391"/>
                <a:ext cx="53300" cy="54007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75" extrusionOk="0">
                    <a:moveTo>
                      <a:pt x="1357" y="0"/>
                    </a:moveTo>
                    <a:lnTo>
                      <a:pt x="616" y="170"/>
                    </a:lnTo>
                    <a:lnTo>
                      <a:pt x="1" y="304"/>
                    </a:lnTo>
                    <a:lnTo>
                      <a:pt x="402" y="785"/>
                    </a:lnTo>
                    <a:lnTo>
                      <a:pt x="884" y="1374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1943471" y="667507"/>
                <a:ext cx="39631" cy="62058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580" extrusionOk="0">
                    <a:moveTo>
                      <a:pt x="473" y="1"/>
                    </a:moveTo>
                    <a:lnTo>
                      <a:pt x="0" y="1402"/>
                    </a:lnTo>
                    <a:lnTo>
                      <a:pt x="527" y="1580"/>
                    </a:lnTo>
                    <a:lnTo>
                      <a:pt x="1008" y="179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0"/>
              <p:cNvSpPr/>
              <p:nvPr/>
            </p:nvSpPr>
            <p:spPr>
              <a:xfrm>
                <a:off x="1964130" y="674538"/>
                <a:ext cx="33700" cy="60291"/>
              </a:xfrm>
              <a:custGeom>
                <a:avLst/>
                <a:gdLst/>
                <a:ahLst/>
                <a:cxnLst/>
                <a:rect l="l" t="t" r="r" b="b"/>
                <a:pathLst>
                  <a:path w="858" h="1535" extrusionOk="0">
                    <a:moveTo>
                      <a:pt x="482" y="0"/>
                    </a:moveTo>
                    <a:lnTo>
                      <a:pt x="1" y="1401"/>
                    </a:lnTo>
                    <a:lnTo>
                      <a:pt x="375" y="1535"/>
                    </a:lnTo>
                    <a:lnTo>
                      <a:pt x="857" y="134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1538412" y="548028"/>
                <a:ext cx="24234" cy="2423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17" extrusionOk="0">
                    <a:moveTo>
                      <a:pt x="616" y="1"/>
                    </a:moveTo>
                    <a:lnTo>
                      <a:pt x="1" y="135"/>
                    </a:lnTo>
                    <a:lnTo>
                      <a:pt x="402" y="61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1538412" y="553291"/>
                <a:ext cx="449963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11456" h="4622" extrusionOk="0">
                    <a:moveTo>
                      <a:pt x="1" y="1"/>
                    </a:moveTo>
                    <a:lnTo>
                      <a:pt x="402" y="482"/>
                    </a:lnTo>
                    <a:lnTo>
                      <a:pt x="884" y="1071"/>
                    </a:lnTo>
                    <a:lnTo>
                      <a:pt x="902" y="1089"/>
                    </a:lnTo>
                    <a:lnTo>
                      <a:pt x="10313" y="4310"/>
                    </a:lnTo>
                    <a:lnTo>
                      <a:pt x="10840" y="4488"/>
                    </a:lnTo>
                    <a:lnTo>
                      <a:pt x="11214" y="4622"/>
                    </a:lnTo>
                    <a:lnTo>
                      <a:pt x="11455" y="39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1801211" y="648615"/>
                <a:ext cx="35428" cy="5679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446" extrusionOk="0">
                    <a:moveTo>
                      <a:pt x="0" y="0"/>
                    </a:moveTo>
                    <a:lnTo>
                      <a:pt x="0" y="1445"/>
                    </a:lnTo>
                    <a:lnTo>
                      <a:pt x="901" y="1445"/>
                    </a:lnTo>
                    <a:lnTo>
                      <a:pt x="901" y="0"/>
                    </a:ln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0"/>
              <p:cNvSpPr/>
              <p:nvPr/>
            </p:nvSpPr>
            <p:spPr>
              <a:xfrm>
                <a:off x="1719202" y="688913"/>
                <a:ext cx="167558" cy="165398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211" extrusionOk="0">
                    <a:moveTo>
                      <a:pt x="1500" y="0"/>
                    </a:moveTo>
                    <a:cubicBezTo>
                      <a:pt x="1152" y="0"/>
                      <a:pt x="920" y="223"/>
                      <a:pt x="920" y="223"/>
                    </a:cubicBezTo>
                    <a:cubicBezTo>
                      <a:pt x="920" y="223"/>
                      <a:pt x="322" y="1151"/>
                      <a:pt x="161" y="1811"/>
                    </a:cubicBezTo>
                    <a:cubicBezTo>
                      <a:pt x="1" y="2436"/>
                      <a:pt x="875" y="2739"/>
                      <a:pt x="875" y="2739"/>
                    </a:cubicBezTo>
                    <a:lnTo>
                      <a:pt x="875" y="4211"/>
                    </a:lnTo>
                    <a:lnTo>
                      <a:pt x="3150" y="4211"/>
                    </a:lnTo>
                    <a:cubicBezTo>
                      <a:pt x="3150" y="4211"/>
                      <a:pt x="3667" y="2534"/>
                      <a:pt x="3953" y="1427"/>
                    </a:cubicBezTo>
                    <a:cubicBezTo>
                      <a:pt x="3962" y="1383"/>
                      <a:pt x="3980" y="1329"/>
                      <a:pt x="3989" y="1285"/>
                    </a:cubicBezTo>
                    <a:cubicBezTo>
                      <a:pt x="4265" y="187"/>
                      <a:pt x="3641" y="170"/>
                      <a:pt x="3641" y="170"/>
                    </a:cubicBezTo>
                    <a:lnTo>
                      <a:pt x="3516" y="161"/>
                    </a:lnTo>
                    <a:lnTo>
                      <a:pt x="2927" y="125"/>
                    </a:lnTo>
                    <a:cubicBezTo>
                      <a:pt x="2927" y="125"/>
                      <a:pt x="1937" y="27"/>
                      <a:pt x="15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1653335" y="682864"/>
                <a:ext cx="140535" cy="49529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1261" extrusionOk="0">
                    <a:moveTo>
                      <a:pt x="482" y="1"/>
                    </a:moveTo>
                    <a:cubicBezTo>
                      <a:pt x="388" y="1"/>
                      <a:pt x="139" y="30"/>
                      <a:pt x="81" y="333"/>
                    </a:cubicBezTo>
                    <a:cubicBezTo>
                      <a:pt x="1" y="707"/>
                      <a:pt x="108" y="895"/>
                      <a:pt x="911" y="966"/>
                    </a:cubicBezTo>
                    <a:cubicBezTo>
                      <a:pt x="1722" y="1046"/>
                      <a:pt x="3061" y="1260"/>
                      <a:pt x="3061" y="1260"/>
                    </a:cubicBezTo>
                    <a:cubicBezTo>
                      <a:pt x="3061" y="1260"/>
                      <a:pt x="3578" y="1225"/>
                      <a:pt x="3578" y="627"/>
                    </a:cubicBezTo>
                    <a:cubicBezTo>
                      <a:pt x="3578" y="154"/>
                      <a:pt x="3212" y="154"/>
                      <a:pt x="3212" y="154"/>
                    </a:cubicBezTo>
                    <a:lnTo>
                      <a:pt x="518" y="2"/>
                    </a:lnTo>
                    <a:cubicBezTo>
                      <a:pt x="518" y="2"/>
                      <a:pt x="505" y="1"/>
                      <a:pt x="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1771322" y="554548"/>
                <a:ext cx="103850" cy="114258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909" extrusionOk="0">
                    <a:moveTo>
                      <a:pt x="1656" y="0"/>
                    </a:moveTo>
                    <a:cubicBezTo>
                      <a:pt x="1523" y="0"/>
                      <a:pt x="1374" y="20"/>
                      <a:pt x="1207" y="67"/>
                    </a:cubicBezTo>
                    <a:cubicBezTo>
                      <a:pt x="1207" y="67"/>
                      <a:pt x="984" y="156"/>
                      <a:pt x="743" y="415"/>
                    </a:cubicBezTo>
                    <a:cubicBezTo>
                      <a:pt x="619" y="540"/>
                      <a:pt x="494" y="709"/>
                      <a:pt x="387" y="932"/>
                    </a:cubicBezTo>
                    <a:cubicBezTo>
                      <a:pt x="297" y="1119"/>
                      <a:pt x="217" y="1343"/>
                      <a:pt x="164" y="1601"/>
                    </a:cubicBezTo>
                    <a:cubicBezTo>
                      <a:pt x="0" y="2507"/>
                      <a:pt x="92" y="2909"/>
                      <a:pt x="688" y="2909"/>
                    </a:cubicBezTo>
                    <a:cubicBezTo>
                      <a:pt x="873" y="2909"/>
                      <a:pt x="1106" y="2870"/>
                      <a:pt x="1395" y="2797"/>
                    </a:cubicBezTo>
                    <a:cubicBezTo>
                      <a:pt x="2617" y="2484"/>
                      <a:pt x="2644" y="691"/>
                      <a:pt x="2644" y="691"/>
                    </a:cubicBezTo>
                    <a:cubicBezTo>
                      <a:pt x="2644" y="691"/>
                      <a:pt x="2435" y="0"/>
                      <a:pt x="1656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1786483" y="570298"/>
                <a:ext cx="50511" cy="24666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628" extrusionOk="0">
                    <a:moveTo>
                      <a:pt x="537" y="0"/>
                    </a:moveTo>
                    <a:cubicBezTo>
                      <a:pt x="475" y="0"/>
                      <a:pt x="415" y="4"/>
                      <a:pt x="357" y="14"/>
                    </a:cubicBezTo>
                    <a:cubicBezTo>
                      <a:pt x="233" y="139"/>
                      <a:pt x="108" y="308"/>
                      <a:pt x="1" y="531"/>
                    </a:cubicBezTo>
                    <a:cubicBezTo>
                      <a:pt x="134" y="566"/>
                      <a:pt x="393" y="628"/>
                      <a:pt x="638" y="628"/>
                    </a:cubicBezTo>
                    <a:cubicBezTo>
                      <a:pt x="837" y="628"/>
                      <a:pt x="1026" y="587"/>
                      <a:pt x="1134" y="460"/>
                    </a:cubicBezTo>
                    <a:cubicBezTo>
                      <a:pt x="1134" y="460"/>
                      <a:pt x="1276" y="344"/>
                      <a:pt x="1285" y="130"/>
                    </a:cubicBezTo>
                    <a:cubicBezTo>
                      <a:pt x="1285" y="130"/>
                      <a:pt x="891" y="0"/>
                      <a:pt x="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0"/>
              <p:cNvSpPr/>
              <p:nvPr/>
            </p:nvSpPr>
            <p:spPr>
              <a:xfrm>
                <a:off x="1772107" y="547832"/>
                <a:ext cx="116026" cy="12344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3143" extrusionOk="0">
                    <a:moveTo>
                      <a:pt x="1204" y="1"/>
                    </a:moveTo>
                    <a:cubicBezTo>
                      <a:pt x="1075" y="1"/>
                      <a:pt x="947" y="13"/>
                      <a:pt x="822" y="42"/>
                    </a:cubicBezTo>
                    <a:cubicBezTo>
                      <a:pt x="563" y="95"/>
                      <a:pt x="72" y="336"/>
                      <a:pt x="37" y="639"/>
                    </a:cubicBezTo>
                    <a:cubicBezTo>
                      <a:pt x="1" y="951"/>
                      <a:pt x="563" y="1103"/>
                      <a:pt x="804" y="1139"/>
                    </a:cubicBezTo>
                    <a:cubicBezTo>
                      <a:pt x="852" y="1145"/>
                      <a:pt x="901" y="1149"/>
                      <a:pt x="951" y="1149"/>
                    </a:cubicBezTo>
                    <a:cubicBezTo>
                      <a:pt x="1167" y="1149"/>
                      <a:pt x="1385" y="1081"/>
                      <a:pt x="1509" y="907"/>
                    </a:cubicBezTo>
                    <a:lnTo>
                      <a:pt x="1509" y="907"/>
                    </a:lnTo>
                    <a:cubicBezTo>
                      <a:pt x="1384" y="1478"/>
                      <a:pt x="1339" y="2031"/>
                      <a:pt x="1366" y="2611"/>
                    </a:cubicBezTo>
                    <a:cubicBezTo>
                      <a:pt x="1375" y="2673"/>
                      <a:pt x="1339" y="3012"/>
                      <a:pt x="1384" y="3057"/>
                    </a:cubicBezTo>
                    <a:cubicBezTo>
                      <a:pt x="1419" y="3093"/>
                      <a:pt x="1517" y="3075"/>
                      <a:pt x="1562" y="3101"/>
                    </a:cubicBezTo>
                    <a:cubicBezTo>
                      <a:pt x="1626" y="3132"/>
                      <a:pt x="1689" y="3143"/>
                      <a:pt x="1753" y="3143"/>
                    </a:cubicBezTo>
                    <a:cubicBezTo>
                      <a:pt x="1860" y="3143"/>
                      <a:pt x="1968" y="3111"/>
                      <a:pt x="2079" y="3084"/>
                    </a:cubicBezTo>
                    <a:cubicBezTo>
                      <a:pt x="2160" y="3061"/>
                      <a:pt x="2245" y="3043"/>
                      <a:pt x="2334" y="3043"/>
                    </a:cubicBezTo>
                    <a:cubicBezTo>
                      <a:pt x="2423" y="3043"/>
                      <a:pt x="2517" y="3061"/>
                      <a:pt x="2615" y="3110"/>
                    </a:cubicBezTo>
                    <a:cubicBezTo>
                      <a:pt x="2625" y="3121"/>
                      <a:pt x="2642" y="3125"/>
                      <a:pt x="2657" y="3125"/>
                    </a:cubicBezTo>
                    <a:cubicBezTo>
                      <a:pt x="2668" y="3125"/>
                      <a:pt x="2679" y="3123"/>
                      <a:pt x="2686" y="3119"/>
                    </a:cubicBezTo>
                    <a:cubicBezTo>
                      <a:pt x="2740" y="3101"/>
                      <a:pt x="2766" y="3039"/>
                      <a:pt x="2775" y="2985"/>
                    </a:cubicBezTo>
                    <a:cubicBezTo>
                      <a:pt x="2891" y="2397"/>
                      <a:pt x="2954" y="1799"/>
                      <a:pt x="2945" y="1201"/>
                    </a:cubicBezTo>
                    <a:cubicBezTo>
                      <a:pt x="2945" y="969"/>
                      <a:pt x="2927" y="711"/>
                      <a:pt x="2793" y="514"/>
                    </a:cubicBezTo>
                    <a:cubicBezTo>
                      <a:pt x="2633" y="291"/>
                      <a:pt x="2347" y="193"/>
                      <a:pt x="2071" y="131"/>
                    </a:cubicBezTo>
                    <a:cubicBezTo>
                      <a:pt x="2053" y="122"/>
                      <a:pt x="2044" y="122"/>
                      <a:pt x="2026" y="122"/>
                    </a:cubicBezTo>
                    <a:cubicBezTo>
                      <a:pt x="1753" y="55"/>
                      <a:pt x="1476" y="1"/>
                      <a:pt x="12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0"/>
              <p:cNvSpPr/>
              <p:nvPr/>
            </p:nvSpPr>
            <p:spPr>
              <a:xfrm>
                <a:off x="1818375" y="607886"/>
                <a:ext cx="19325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51" extrusionOk="0">
                    <a:moveTo>
                      <a:pt x="245" y="0"/>
                    </a:moveTo>
                    <a:cubicBezTo>
                      <a:pt x="133" y="0"/>
                      <a:pt x="35" y="84"/>
                      <a:pt x="18" y="199"/>
                    </a:cubicBezTo>
                    <a:cubicBezTo>
                      <a:pt x="0" y="315"/>
                      <a:pt x="90" y="431"/>
                      <a:pt x="215" y="448"/>
                    </a:cubicBezTo>
                    <a:cubicBezTo>
                      <a:pt x="226" y="450"/>
                      <a:pt x="238" y="451"/>
                      <a:pt x="249" y="451"/>
                    </a:cubicBezTo>
                    <a:cubicBezTo>
                      <a:pt x="360" y="451"/>
                      <a:pt x="457" y="374"/>
                      <a:pt x="473" y="261"/>
                    </a:cubicBezTo>
                    <a:cubicBezTo>
                      <a:pt x="491" y="136"/>
                      <a:pt x="402" y="20"/>
                      <a:pt x="277" y="2"/>
                    </a:cubicBezTo>
                    <a:cubicBezTo>
                      <a:pt x="266" y="1"/>
                      <a:pt x="256" y="0"/>
                      <a:pt x="245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0"/>
              <p:cNvSpPr/>
              <p:nvPr/>
            </p:nvSpPr>
            <p:spPr>
              <a:xfrm>
                <a:off x="1778077" y="688913"/>
                <a:ext cx="79223" cy="31933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813" extrusionOk="0">
                    <a:moveTo>
                      <a:pt x="1" y="0"/>
                    </a:moveTo>
                    <a:cubicBezTo>
                      <a:pt x="99" y="161"/>
                      <a:pt x="313" y="357"/>
                      <a:pt x="366" y="464"/>
                    </a:cubicBezTo>
                    <a:cubicBezTo>
                      <a:pt x="402" y="544"/>
                      <a:pt x="438" y="633"/>
                      <a:pt x="500" y="696"/>
                    </a:cubicBezTo>
                    <a:cubicBezTo>
                      <a:pt x="580" y="776"/>
                      <a:pt x="696" y="803"/>
                      <a:pt x="812" y="812"/>
                    </a:cubicBezTo>
                    <a:cubicBezTo>
                      <a:pt x="824" y="812"/>
                      <a:pt x="835" y="813"/>
                      <a:pt x="847" y="813"/>
                    </a:cubicBezTo>
                    <a:cubicBezTo>
                      <a:pt x="1084" y="813"/>
                      <a:pt x="1312" y="725"/>
                      <a:pt x="1508" y="598"/>
                    </a:cubicBezTo>
                    <a:cubicBezTo>
                      <a:pt x="1696" y="473"/>
                      <a:pt x="1856" y="321"/>
                      <a:pt x="2017" y="161"/>
                    </a:cubicBezTo>
                    <a:lnTo>
                      <a:pt x="1428" y="125"/>
                    </a:lnTo>
                    <a:cubicBezTo>
                      <a:pt x="1428" y="125"/>
                      <a:pt x="438" y="27"/>
                      <a:pt x="63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0"/>
              <p:cNvSpPr/>
              <p:nvPr/>
            </p:nvSpPr>
            <p:spPr>
              <a:xfrm>
                <a:off x="1684521" y="570063"/>
                <a:ext cx="3157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485" extrusionOk="0">
                    <a:moveTo>
                      <a:pt x="284" y="0"/>
                    </a:moveTo>
                    <a:cubicBezTo>
                      <a:pt x="273" y="0"/>
                      <a:pt x="262" y="1"/>
                      <a:pt x="250" y="2"/>
                    </a:cubicBezTo>
                    <a:cubicBezTo>
                      <a:pt x="179" y="2"/>
                      <a:pt x="99" y="29"/>
                      <a:pt x="54" y="82"/>
                    </a:cubicBezTo>
                    <a:cubicBezTo>
                      <a:pt x="10" y="145"/>
                      <a:pt x="1" y="234"/>
                      <a:pt x="54" y="287"/>
                    </a:cubicBezTo>
                    <a:cubicBezTo>
                      <a:pt x="72" y="305"/>
                      <a:pt x="99" y="323"/>
                      <a:pt x="126" y="332"/>
                    </a:cubicBezTo>
                    <a:cubicBezTo>
                      <a:pt x="179" y="368"/>
                      <a:pt x="241" y="394"/>
                      <a:pt x="295" y="421"/>
                    </a:cubicBezTo>
                    <a:cubicBezTo>
                      <a:pt x="331" y="439"/>
                      <a:pt x="366" y="457"/>
                      <a:pt x="402" y="475"/>
                    </a:cubicBezTo>
                    <a:cubicBezTo>
                      <a:pt x="428" y="482"/>
                      <a:pt x="456" y="485"/>
                      <a:pt x="485" y="485"/>
                    </a:cubicBezTo>
                    <a:cubicBezTo>
                      <a:pt x="523" y="485"/>
                      <a:pt x="562" y="480"/>
                      <a:pt x="598" y="475"/>
                    </a:cubicBezTo>
                    <a:cubicBezTo>
                      <a:pt x="652" y="457"/>
                      <a:pt x="705" y="439"/>
                      <a:pt x="741" y="403"/>
                    </a:cubicBezTo>
                    <a:cubicBezTo>
                      <a:pt x="795" y="341"/>
                      <a:pt x="804" y="252"/>
                      <a:pt x="804" y="162"/>
                    </a:cubicBezTo>
                    <a:cubicBezTo>
                      <a:pt x="804" y="145"/>
                      <a:pt x="804" y="127"/>
                      <a:pt x="795" y="109"/>
                    </a:cubicBezTo>
                    <a:cubicBezTo>
                      <a:pt x="786" y="82"/>
                      <a:pt x="768" y="73"/>
                      <a:pt x="741" y="64"/>
                    </a:cubicBezTo>
                    <a:cubicBezTo>
                      <a:pt x="652" y="29"/>
                      <a:pt x="572" y="38"/>
                      <a:pt x="473" y="29"/>
                    </a:cubicBezTo>
                    <a:cubicBezTo>
                      <a:pt x="412" y="21"/>
                      <a:pt x="351" y="0"/>
                      <a:pt x="284" y="0"/>
                    </a:cubicBez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0"/>
              <p:cNvSpPr/>
              <p:nvPr/>
            </p:nvSpPr>
            <p:spPr>
              <a:xfrm>
                <a:off x="1824109" y="852539"/>
                <a:ext cx="58759" cy="37549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56" extrusionOk="0">
                    <a:moveTo>
                      <a:pt x="1086" y="0"/>
                    </a:moveTo>
                    <a:lnTo>
                      <a:pt x="863" y="286"/>
                    </a:lnTo>
                    <a:cubicBezTo>
                      <a:pt x="863" y="286"/>
                      <a:pt x="643" y="226"/>
                      <a:pt x="432" y="226"/>
                    </a:cubicBezTo>
                    <a:cubicBezTo>
                      <a:pt x="253" y="226"/>
                      <a:pt x="79" y="269"/>
                      <a:pt x="51" y="428"/>
                    </a:cubicBezTo>
                    <a:cubicBezTo>
                      <a:pt x="0" y="709"/>
                      <a:pt x="148" y="955"/>
                      <a:pt x="366" y="955"/>
                    </a:cubicBezTo>
                    <a:cubicBezTo>
                      <a:pt x="418" y="955"/>
                      <a:pt x="474" y="941"/>
                      <a:pt x="532" y="910"/>
                    </a:cubicBezTo>
                    <a:cubicBezTo>
                      <a:pt x="808" y="764"/>
                      <a:pt x="877" y="722"/>
                      <a:pt x="1041" y="722"/>
                    </a:cubicBezTo>
                    <a:cubicBezTo>
                      <a:pt x="1058" y="722"/>
                      <a:pt x="1076" y="722"/>
                      <a:pt x="1094" y="723"/>
                    </a:cubicBezTo>
                    <a:cubicBezTo>
                      <a:pt x="1096" y="723"/>
                      <a:pt x="1098" y="723"/>
                      <a:pt x="1100" y="723"/>
                    </a:cubicBezTo>
                    <a:cubicBezTo>
                      <a:pt x="1295" y="723"/>
                      <a:pt x="1496" y="295"/>
                      <a:pt x="1496" y="295"/>
                    </a:cubicBezTo>
                    <a:lnTo>
                      <a:pt x="1086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0"/>
              <p:cNvSpPr/>
              <p:nvPr/>
            </p:nvSpPr>
            <p:spPr>
              <a:xfrm>
                <a:off x="1827487" y="695904"/>
                <a:ext cx="139160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4622" extrusionOk="0">
                    <a:moveTo>
                      <a:pt x="877" y="0"/>
                    </a:moveTo>
                    <a:cubicBezTo>
                      <a:pt x="601" y="0"/>
                      <a:pt x="455" y="313"/>
                      <a:pt x="455" y="313"/>
                    </a:cubicBezTo>
                    <a:cubicBezTo>
                      <a:pt x="0" y="857"/>
                      <a:pt x="545" y="1223"/>
                      <a:pt x="545" y="1223"/>
                    </a:cubicBezTo>
                    <a:lnTo>
                      <a:pt x="2133" y="2311"/>
                    </a:lnTo>
                    <a:lnTo>
                      <a:pt x="803" y="4184"/>
                    </a:lnTo>
                    <a:lnTo>
                      <a:pt x="1223" y="4622"/>
                    </a:lnTo>
                    <a:cubicBezTo>
                      <a:pt x="1223" y="4622"/>
                      <a:pt x="2427" y="3230"/>
                      <a:pt x="2989" y="2686"/>
                    </a:cubicBezTo>
                    <a:cubicBezTo>
                      <a:pt x="3542" y="2150"/>
                      <a:pt x="3194" y="1847"/>
                      <a:pt x="3194" y="1847"/>
                    </a:cubicBezTo>
                    <a:cubicBezTo>
                      <a:pt x="3194" y="1847"/>
                      <a:pt x="1642" y="438"/>
                      <a:pt x="1169" y="108"/>
                    </a:cubicBezTo>
                    <a:cubicBezTo>
                      <a:pt x="1060" y="30"/>
                      <a:pt x="962" y="0"/>
                      <a:pt x="8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1706241" y="1292945"/>
                <a:ext cx="89710" cy="5546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412" extrusionOk="0">
                    <a:moveTo>
                      <a:pt x="1517" y="1"/>
                    </a:moveTo>
                    <a:cubicBezTo>
                      <a:pt x="1517" y="1"/>
                      <a:pt x="1508" y="188"/>
                      <a:pt x="1535" y="402"/>
                    </a:cubicBezTo>
                    <a:cubicBezTo>
                      <a:pt x="1580" y="706"/>
                      <a:pt x="1437" y="768"/>
                      <a:pt x="1437" y="768"/>
                    </a:cubicBezTo>
                    <a:cubicBezTo>
                      <a:pt x="1437" y="768"/>
                      <a:pt x="1044" y="884"/>
                      <a:pt x="697" y="1009"/>
                    </a:cubicBezTo>
                    <a:cubicBezTo>
                      <a:pt x="491" y="1089"/>
                      <a:pt x="295" y="1161"/>
                      <a:pt x="215" y="1214"/>
                    </a:cubicBezTo>
                    <a:cubicBezTo>
                      <a:pt x="1" y="1339"/>
                      <a:pt x="215" y="1410"/>
                      <a:pt x="215" y="1410"/>
                    </a:cubicBezTo>
                    <a:cubicBezTo>
                      <a:pt x="215" y="1410"/>
                      <a:pt x="802" y="1402"/>
                      <a:pt x="1304" y="1402"/>
                    </a:cubicBezTo>
                    <a:cubicBezTo>
                      <a:pt x="1555" y="1402"/>
                      <a:pt x="1785" y="1404"/>
                      <a:pt x="1910" y="1410"/>
                    </a:cubicBezTo>
                    <a:cubicBezTo>
                      <a:pt x="1919" y="1411"/>
                      <a:pt x="1927" y="1411"/>
                      <a:pt x="1935" y="1411"/>
                    </a:cubicBezTo>
                    <a:cubicBezTo>
                      <a:pt x="2284" y="1411"/>
                      <a:pt x="2267" y="1054"/>
                      <a:pt x="2267" y="1054"/>
                    </a:cubicBezTo>
                    <a:lnTo>
                      <a:pt x="2267" y="108"/>
                    </a:lnTo>
                    <a:lnTo>
                      <a:pt x="1517" y="1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706241" y="1330454"/>
                <a:ext cx="89710" cy="1795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457" extrusionOk="0">
                    <a:moveTo>
                      <a:pt x="2267" y="0"/>
                    </a:moveTo>
                    <a:cubicBezTo>
                      <a:pt x="2240" y="0"/>
                      <a:pt x="2204" y="0"/>
                      <a:pt x="2177" y="9"/>
                    </a:cubicBezTo>
                    <a:cubicBezTo>
                      <a:pt x="2070" y="18"/>
                      <a:pt x="1981" y="63"/>
                      <a:pt x="1883" y="107"/>
                    </a:cubicBezTo>
                    <a:cubicBezTo>
                      <a:pt x="1627" y="201"/>
                      <a:pt x="1353" y="251"/>
                      <a:pt x="1080" y="251"/>
                    </a:cubicBezTo>
                    <a:cubicBezTo>
                      <a:pt x="963" y="251"/>
                      <a:pt x="847" y="242"/>
                      <a:pt x="732" y="223"/>
                    </a:cubicBezTo>
                    <a:cubicBezTo>
                      <a:pt x="697" y="215"/>
                      <a:pt x="652" y="206"/>
                      <a:pt x="643" y="170"/>
                    </a:cubicBezTo>
                    <a:cubicBezTo>
                      <a:pt x="634" y="143"/>
                      <a:pt x="652" y="116"/>
                      <a:pt x="670" y="99"/>
                    </a:cubicBezTo>
                    <a:cubicBezTo>
                      <a:pt x="679" y="81"/>
                      <a:pt x="688" y="72"/>
                      <a:pt x="697" y="54"/>
                    </a:cubicBezTo>
                    <a:lnTo>
                      <a:pt x="697" y="54"/>
                    </a:lnTo>
                    <a:cubicBezTo>
                      <a:pt x="491" y="134"/>
                      <a:pt x="295" y="206"/>
                      <a:pt x="215" y="259"/>
                    </a:cubicBezTo>
                    <a:cubicBezTo>
                      <a:pt x="1" y="384"/>
                      <a:pt x="215" y="455"/>
                      <a:pt x="215" y="455"/>
                    </a:cubicBezTo>
                    <a:cubicBezTo>
                      <a:pt x="215" y="455"/>
                      <a:pt x="802" y="447"/>
                      <a:pt x="1304" y="447"/>
                    </a:cubicBezTo>
                    <a:cubicBezTo>
                      <a:pt x="1555" y="447"/>
                      <a:pt x="1785" y="449"/>
                      <a:pt x="1910" y="455"/>
                    </a:cubicBezTo>
                    <a:cubicBezTo>
                      <a:pt x="1919" y="456"/>
                      <a:pt x="1927" y="456"/>
                      <a:pt x="1935" y="456"/>
                    </a:cubicBezTo>
                    <a:cubicBezTo>
                      <a:pt x="2284" y="456"/>
                      <a:pt x="2267" y="99"/>
                      <a:pt x="2267" y="99"/>
                    </a:cubicBezTo>
                    <a:lnTo>
                      <a:pt x="22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860401" y="1304178"/>
                <a:ext cx="86607" cy="7187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830" extrusionOk="0">
                    <a:moveTo>
                      <a:pt x="1821" y="0"/>
                    </a:moveTo>
                    <a:lnTo>
                      <a:pt x="1196" y="27"/>
                    </a:lnTo>
                    <a:cubicBezTo>
                      <a:pt x="1196" y="27"/>
                      <a:pt x="1259" y="250"/>
                      <a:pt x="1312" y="464"/>
                    </a:cubicBezTo>
                    <a:cubicBezTo>
                      <a:pt x="1348" y="616"/>
                      <a:pt x="1277" y="768"/>
                      <a:pt x="1232" y="839"/>
                    </a:cubicBezTo>
                    <a:cubicBezTo>
                      <a:pt x="1223" y="857"/>
                      <a:pt x="1205" y="875"/>
                      <a:pt x="1179" y="884"/>
                    </a:cubicBezTo>
                    <a:cubicBezTo>
                      <a:pt x="1089" y="946"/>
                      <a:pt x="822" y="1133"/>
                      <a:pt x="572" y="1312"/>
                    </a:cubicBezTo>
                    <a:cubicBezTo>
                      <a:pt x="394" y="1446"/>
                      <a:pt x="233" y="1570"/>
                      <a:pt x="170" y="1642"/>
                    </a:cubicBezTo>
                    <a:cubicBezTo>
                      <a:pt x="1" y="1820"/>
                      <a:pt x="224" y="1829"/>
                      <a:pt x="224" y="1829"/>
                    </a:cubicBezTo>
                    <a:cubicBezTo>
                      <a:pt x="224" y="1829"/>
                      <a:pt x="1482" y="1446"/>
                      <a:pt x="1848" y="1356"/>
                    </a:cubicBezTo>
                    <a:cubicBezTo>
                      <a:pt x="2204" y="1258"/>
                      <a:pt x="2089" y="901"/>
                      <a:pt x="2089" y="901"/>
                    </a:cubicBezTo>
                    <a:lnTo>
                      <a:pt x="182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860401" y="1336071"/>
                <a:ext cx="86607" cy="39984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018" extrusionOk="0">
                    <a:moveTo>
                      <a:pt x="2062" y="0"/>
                    </a:moveTo>
                    <a:cubicBezTo>
                      <a:pt x="2035" y="9"/>
                      <a:pt x="1999" y="18"/>
                      <a:pt x="1973" y="36"/>
                    </a:cubicBezTo>
                    <a:cubicBezTo>
                      <a:pt x="1883" y="80"/>
                      <a:pt x="1803" y="152"/>
                      <a:pt x="1714" y="214"/>
                    </a:cubicBezTo>
                    <a:cubicBezTo>
                      <a:pt x="1411" y="455"/>
                      <a:pt x="1036" y="607"/>
                      <a:pt x="643" y="651"/>
                    </a:cubicBezTo>
                    <a:cubicBezTo>
                      <a:pt x="608" y="651"/>
                      <a:pt x="572" y="651"/>
                      <a:pt x="554" y="625"/>
                    </a:cubicBezTo>
                    <a:cubicBezTo>
                      <a:pt x="536" y="598"/>
                      <a:pt x="545" y="571"/>
                      <a:pt x="554" y="544"/>
                    </a:cubicBezTo>
                    <a:cubicBezTo>
                      <a:pt x="554" y="535"/>
                      <a:pt x="563" y="518"/>
                      <a:pt x="572" y="500"/>
                    </a:cubicBezTo>
                    <a:lnTo>
                      <a:pt x="572" y="500"/>
                    </a:lnTo>
                    <a:cubicBezTo>
                      <a:pt x="394" y="634"/>
                      <a:pt x="233" y="758"/>
                      <a:pt x="170" y="830"/>
                    </a:cubicBezTo>
                    <a:cubicBezTo>
                      <a:pt x="1" y="1008"/>
                      <a:pt x="224" y="1017"/>
                      <a:pt x="224" y="1017"/>
                    </a:cubicBezTo>
                    <a:cubicBezTo>
                      <a:pt x="224" y="1017"/>
                      <a:pt x="1482" y="634"/>
                      <a:pt x="1848" y="544"/>
                    </a:cubicBezTo>
                    <a:cubicBezTo>
                      <a:pt x="2204" y="446"/>
                      <a:pt x="2089" y="89"/>
                      <a:pt x="2089" y="89"/>
                    </a:cubicBezTo>
                    <a:lnTo>
                      <a:pt x="206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8" name="Google Shape;418;p30"/>
          <p:cNvSpPr txBox="1">
            <a:spLocks noGrp="1"/>
          </p:cNvSpPr>
          <p:nvPr>
            <p:ph type="ctrTitle"/>
          </p:nvPr>
        </p:nvSpPr>
        <p:spPr>
          <a:xfrm>
            <a:off x="11033269" y="2576160"/>
            <a:ext cx="3687543" cy="1943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IAS - </a:t>
            </a:r>
            <a:r>
              <a:rPr lang="en-PH" sz="3600" b="1" dirty="0">
                <a:effectLst/>
                <a:ea typeface="Times New Roman" panose="02020603050405020304" pitchFamily="18" charset="0"/>
              </a:rPr>
              <a:t>Client Satisfaction Evaluation and Management System </a:t>
            </a:r>
            <a:r>
              <a:rPr lang="en" sz="3600" dirty="0">
                <a:solidFill>
                  <a:schemeClr val="accent1"/>
                </a:solidFill>
              </a:rPr>
              <a:t>(CSEMS)</a:t>
            </a:r>
            <a:br>
              <a:rPr lang="en" sz="3600" dirty="0">
                <a:solidFill>
                  <a:schemeClr val="accent1"/>
                </a:solidFill>
                <a:latin typeface="Signika"/>
              </a:rPr>
            </a:br>
            <a:br>
              <a:rPr lang="en" sz="3600" dirty="0">
                <a:solidFill>
                  <a:schemeClr val="accent1"/>
                </a:solidFill>
              </a:rPr>
            </a:b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1526969" y="3213110"/>
            <a:ext cx="51573" cy="64244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-1228781" y="2709510"/>
            <a:ext cx="51573" cy="64244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76AF08E4-AB96-2440-BBC2-52CCBCCE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>
            <a:extLst>
              <a:ext uri="{FF2B5EF4-FFF2-40B4-BE49-F238E27FC236}">
                <a16:creationId xmlns:a16="http://schemas.microsoft.com/office/drawing/2014/main" id="{8E0832EF-5089-4E91-49D1-4E3AA22744DB}"/>
              </a:ext>
            </a:extLst>
          </p:cNvPr>
          <p:cNvSpPr/>
          <p:nvPr/>
        </p:nvSpPr>
        <p:spPr>
          <a:xfrm>
            <a:off x="266350" y="2789400"/>
            <a:ext cx="604483" cy="151436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DA79F149-F358-F137-C554-39A222D9BD1C}"/>
              </a:ext>
            </a:extLst>
          </p:cNvPr>
          <p:cNvSpPr/>
          <p:nvPr/>
        </p:nvSpPr>
        <p:spPr>
          <a:xfrm flipH="1">
            <a:off x="3726885" y="2749500"/>
            <a:ext cx="604473" cy="151436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CF96F14D-BC0D-BA8D-D0EA-94A88C10B0E2}"/>
              </a:ext>
            </a:extLst>
          </p:cNvPr>
          <p:cNvSpPr/>
          <p:nvPr/>
        </p:nvSpPr>
        <p:spPr>
          <a:xfrm rot="396665">
            <a:off x="901293" y="565024"/>
            <a:ext cx="3242197" cy="424621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30">
            <a:extLst>
              <a:ext uri="{FF2B5EF4-FFF2-40B4-BE49-F238E27FC236}">
                <a16:creationId xmlns:a16="http://schemas.microsoft.com/office/drawing/2014/main" id="{B5EDDBCB-1D8F-AB84-53A5-C6816BA45BBE}"/>
              </a:ext>
            </a:extLst>
          </p:cNvPr>
          <p:cNvGrpSpPr/>
          <p:nvPr/>
        </p:nvGrpSpPr>
        <p:grpSpPr>
          <a:xfrm>
            <a:off x="800874" y="805342"/>
            <a:ext cx="2456548" cy="3532828"/>
            <a:chOff x="3606054" y="1241599"/>
            <a:chExt cx="770899" cy="1108686"/>
          </a:xfrm>
        </p:grpSpPr>
        <p:sp>
          <p:nvSpPr>
            <p:cNvPr id="364" name="Google Shape;364;p30">
              <a:extLst>
                <a:ext uri="{FF2B5EF4-FFF2-40B4-BE49-F238E27FC236}">
                  <a16:creationId xmlns:a16="http://schemas.microsoft.com/office/drawing/2014/main" id="{68E54F6F-DFA5-A7E7-2A40-846C4F989046}"/>
                </a:ext>
              </a:extLst>
            </p:cNvPr>
            <p:cNvSpPr/>
            <p:nvPr/>
          </p:nvSpPr>
          <p:spPr>
            <a:xfrm>
              <a:off x="3606054" y="1241599"/>
              <a:ext cx="770899" cy="1108686"/>
            </a:xfrm>
            <a:custGeom>
              <a:avLst/>
              <a:gdLst/>
              <a:ahLst/>
              <a:cxnLst/>
              <a:rect l="l" t="t" r="r" b="b"/>
              <a:pathLst>
                <a:path w="19627" h="28227" extrusionOk="0">
                  <a:moveTo>
                    <a:pt x="10411" y="0"/>
                  </a:moveTo>
                  <a:cubicBezTo>
                    <a:pt x="9474" y="0"/>
                    <a:pt x="8707" y="768"/>
                    <a:pt x="8707" y="1704"/>
                  </a:cubicBezTo>
                  <a:lnTo>
                    <a:pt x="8707" y="2507"/>
                  </a:lnTo>
                  <a:lnTo>
                    <a:pt x="6325" y="2507"/>
                  </a:lnTo>
                  <a:cubicBezTo>
                    <a:pt x="6093" y="2507"/>
                    <a:pt x="5897" y="2695"/>
                    <a:pt x="5897" y="2935"/>
                  </a:cubicBezTo>
                  <a:lnTo>
                    <a:pt x="5897" y="3399"/>
                  </a:lnTo>
                  <a:lnTo>
                    <a:pt x="5540" y="3408"/>
                  </a:lnTo>
                  <a:lnTo>
                    <a:pt x="0" y="3408"/>
                  </a:lnTo>
                  <a:lnTo>
                    <a:pt x="0" y="28226"/>
                  </a:lnTo>
                  <a:lnTo>
                    <a:pt x="19626" y="28226"/>
                  </a:lnTo>
                  <a:lnTo>
                    <a:pt x="19626" y="3408"/>
                  </a:lnTo>
                  <a:lnTo>
                    <a:pt x="15041" y="3408"/>
                  </a:lnTo>
                  <a:lnTo>
                    <a:pt x="14684" y="3399"/>
                  </a:lnTo>
                  <a:lnTo>
                    <a:pt x="14684" y="2935"/>
                  </a:lnTo>
                  <a:cubicBezTo>
                    <a:pt x="14684" y="2695"/>
                    <a:pt x="14488" y="2507"/>
                    <a:pt x="14247" y="2507"/>
                  </a:cubicBezTo>
                  <a:lnTo>
                    <a:pt x="12115" y="2507"/>
                  </a:lnTo>
                  <a:lnTo>
                    <a:pt x="12115" y="1704"/>
                  </a:lnTo>
                  <a:cubicBezTo>
                    <a:pt x="12115" y="768"/>
                    <a:pt x="11348" y="0"/>
                    <a:pt x="10411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30">
              <a:extLst>
                <a:ext uri="{FF2B5EF4-FFF2-40B4-BE49-F238E27FC236}">
                  <a16:creationId xmlns:a16="http://schemas.microsoft.com/office/drawing/2014/main" id="{F7938C19-2FED-25C6-C2B7-A3A8D60B5781}"/>
                </a:ext>
              </a:extLst>
            </p:cNvPr>
            <p:cNvGrpSpPr/>
            <p:nvPr/>
          </p:nvGrpSpPr>
          <p:grpSpPr>
            <a:xfrm>
              <a:off x="3606211" y="1241601"/>
              <a:ext cx="770585" cy="1108682"/>
              <a:chOff x="4616907" y="1475163"/>
              <a:chExt cx="770585" cy="1108682"/>
            </a:xfrm>
          </p:grpSpPr>
          <p:sp>
            <p:nvSpPr>
              <p:cNvPr id="366" name="Google Shape;366;p30">
                <a:extLst>
                  <a:ext uri="{FF2B5EF4-FFF2-40B4-BE49-F238E27FC236}">
                    <a16:creationId xmlns:a16="http://schemas.microsoft.com/office/drawing/2014/main" id="{53E70390-8440-52D2-70A0-B4EDA79B464D}"/>
                  </a:ext>
                </a:extLst>
              </p:cNvPr>
              <p:cNvSpPr/>
              <p:nvPr/>
            </p:nvSpPr>
            <p:spPr>
              <a:xfrm>
                <a:off x="4616907" y="1609017"/>
                <a:ext cx="770585" cy="974828"/>
              </a:xfrm>
              <a:custGeom>
                <a:avLst/>
                <a:gdLst/>
                <a:ahLst/>
                <a:cxnLst/>
                <a:rect l="l" t="t" r="r" b="b"/>
                <a:pathLst>
                  <a:path w="19619" h="24819" extrusionOk="0">
                    <a:moveTo>
                      <a:pt x="1" y="0"/>
                    </a:moveTo>
                    <a:lnTo>
                      <a:pt x="1" y="24818"/>
                    </a:lnTo>
                    <a:lnTo>
                      <a:pt x="19618" y="24818"/>
                    </a:lnTo>
                    <a:lnTo>
                      <a:pt x="196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0">
                <a:extLst>
                  <a:ext uri="{FF2B5EF4-FFF2-40B4-BE49-F238E27FC236}">
                    <a16:creationId xmlns:a16="http://schemas.microsoft.com/office/drawing/2014/main" id="{92867E50-A67D-C287-3ABF-E0272AB9E0B6}"/>
                  </a:ext>
                </a:extLst>
              </p:cNvPr>
              <p:cNvSpPr/>
              <p:nvPr/>
            </p:nvSpPr>
            <p:spPr>
              <a:xfrm>
                <a:off x="4660346" y="1664004"/>
                <a:ext cx="683311" cy="864458"/>
              </a:xfrm>
              <a:custGeom>
                <a:avLst/>
                <a:gdLst/>
                <a:ahLst/>
                <a:cxnLst/>
                <a:rect l="l" t="t" r="r" b="b"/>
                <a:pathLst>
                  <a:path w="17397" h="22009" extrusionOk="0">
                    <a:moveTo>
                      <a:pt x="1" y="1"/>
                    </a:moveTo>
                    <a:lnTo>
                      <a:pt x="1" y="22009"/>
                    </a:lnTo>
                    <a:lnTo>
                      <a:pt x="17397" y="22009"/>
                    </a:lnTo>
                    <a:lnTo>
                      <a:pt x="173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0">
                <a:extLst>
                  <a:ext uri="{FF2B5EF4-FFF2-40B4-BE49-F238E27FC236}">
                    <a16:creationId xmlns:a16="http://schemas.microsoft.com/office/drawing/2014/main" id="{FE9FBF1A-B889-A911-432D-8AC58CD38E1F}"/>
                  </a:ext>
                </a:extLst>
              </p:cNvPr>
              <p:cNvSpPr/>
              <p:nvPr/>
            </p:nvSpPr>
            <p:spPr>
              <a:xfrm>
                <a:off x="4727273" y="1751591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197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197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0">
                <a:extLst>
                  <a:ext uri="{FF2B5EF4-FFF2-40B4-BE49-F238E27FC236}">
                    <a16:creationId xmlns:a16="http://schemas.microsoft.com/office/drawing/2014/main" id="{F32EF64E-924F-A3EB-B5F2-67C6AD4C3E02}"/>
                  </a:ext>
                </a:extLst>
              </p:cNvPr>
              <p:cNvSpPr/>
              <p:nvPr/>
            </p:nvSpPr>
            <p:spPr>
              <a:xfrm>
                <a:off x="4888818" y="1760703"/>
                <a:ext cx="37180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946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9466" y="465"/>
                    </a:lnTo>
                    <a:lnTo>
                      <a:pt x="94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0">
                <a:extLst>
                  <a:ext uri="{FF2B5EF4-FFF2-40B4-BE49-F238E27FC236}">
                    <a16:creationId xmlns:a16="http://schemas.microsoft.com/office/drawing/2014/main" id="{409FA5FC-C0B8-3DED-703F-F47358C545CB}"/>
                  </a:ext>
                </a:extLst>
              </p:cNvPr>
              <p:cNvSpPr/>
              <p:nvPr/>
            </p:nvSpPr>
            <p:spPr>
              <a:xfrm>
                <a:off x="4888818" y="1852885"/>
                <a:ext cx="28279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0">
                <a:extLst>
                  <a:ext uri="{FF2B5EF4-FFF2-40B4-BE49-F238E27FC236}">
                    <a16:creationId xmlns:a16="http://schemas.microsoft.com/office/drawing/2014/main" id="{73372402-C02C-81A1-67C0-1F2E714647A7}"/>
                  </a:ext>
                </a:extLst>
              </p:cNvPr>
              <p:cNvSpPr/>
              <p:nvPr/>
            </p:nvSpPr>
            <p:spPr>
              <a:xfrm>
                <a:off x="4888818" y="1806617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4"/>
                    </a:lnTo>
                    <a:lnTo>
                      <a:pt x="6165" y="464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0">
                <a:extLst>
                  <a:ext uri="{FF2B5EF4-FFF2-40B4-BE49-F238E27FC236}">
                    <a16:creationId xmlns:a16="http://schemas.microsoft.com/office/drawing/2014/main" id="{FA04BF87-68E6-D158-F6A1-AB1578BA506D}"/>
                  </a:ext>
                </a:extLst>
              </p:cNvPr>
              <p:cNvSpPr/>
              <p:nvPr/>
            </p:nvSpPr>
            <p:spPr>
              <a:xfrm>
                <a:off x="4727273" y="1940118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8"/>
                    </a:lnTo>
                    <a:lnTo>
                      <a:pt x="206" y="3078"/>
                    </a:lnTo>
                    <a:lnTo>
                      <a:pt x="206" y="206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0">
                <a:extLst>
                  <a:ext uri="{FF2B5EF4-FFF2-40B4-BE49-F238E27FC236}">
                    <a16:creationId xmlns:a16="http://schemas.microsoft.com/office/drawing/2014/main" id="{5133F8B8-7F54-EB3D-8C36-328CC1F2E225}"/>
                  </a:ext>
                </a:extLst>
              </p:cNvPr>
              <p:cNvSpPr/>
              <p:nvPr/>
            </p:nvSpPr>
            <p:spPr>
              <a:xfrm>
                <a:off x="4888818" y="1949230"/>
                <a:ext cx="273332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6959" y="464"/>
                    </a:lnTo>
                    <a:lnTo>
                      <a:pt x="695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0">
                <a:extLst>
                  <a:ext uri="{FF2B5EF4-FFF2-40B4-BE49-F238E27FC236}">
                    <a16:creationId xmlns:a16="http://schemas.microsoft.com/office/drawing/2014/main" id="{F389DD0F-B8C7-CECE-E204-54F0881B772E}"/>
                  </a:ext>
                </a:extLst>
              </p:cNvPr>
              <p:cNvSpPr/>
              <p:nvPr/>
            </p:nvSpPr>
            <p:spPr>
              <a:xfrm>
                <a:off x="4888818" y="2041372"/>
                <a:ext cx="338179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10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8609" y="465"/>
                    </a:lnTo>
                    <a:lnTo>
                      <a:pt x="8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0">
                <a:extLst>
                  <a:ext uri="{FF2B5EF4-FFF2-40B4-BE49-F238E27FC236}">
                    <a16:creationId xmlns:a16="http://schemas.microsoft.com/office/drawing/2014/main" id="{F09C466D-B05A-E2DD-F37F-3B726D32D004}"/>
                  </a:ext>
                </a:extLst>
              </p:cNvPr>
              <p:cNvSpPr/>
              <p:nvPr/>
            </p:nvSpPr>
            <p:spPr>
              <a:xfrm>
                <a:off x="4888818" y="1995458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0">
                <a:extLst>
                  <a:ext uri="{FF2B5EF4-FFF2-40B4-BE49-F238E27FC236}">
                    <a16:creationId xmlns:a16="http://schemas.microsoft.com/office/drawing/2014/main" id="{A46B463D-D0F3-4A9C-CBF1-226AFF8B6A97}"/>
                  </a:ext>
                </a:extLst>
              </p:cNvPr>
              <p:cNvSpPr/>
              <p:nvPr/>
            </p:nvSpPr>
            <p:spPr>
              <a:xfrm>
                <a:off x="4727273" y="2162972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5"/>
                    </a:moveTo>
                    <a:lnTo>
                      <a:pt x="3070" y="3069"/>
                    </a:lnTo>
                    <a:lnTo>
                      <a:pt x="206" y="3069"/>
                    </a:lnTo>
                    <a:lnTo>
                      <a:pt x="206" y="205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0">
                <a:extLst>
                  <a:ext uri="{FF2B5EF4-FFF2-40B4-BE49-F238E27FC236}">
                    <a16:creationId xmlns:a16="http://schemas.microsoft.com/office/drawing/2014/main" id="{2113E64C-ED7D-9EFC-9B92-5D64CADE3FD8}"/>
                  </a:ext>
                </a:extLst>
              </p:cNvPr>
              <p:cNvSpPr/>
              <p:nvPr/>
            </p:nvSpPr>
            <p:spPr>
              <a:xfrm>
                <a:off x="4888818" y="2172084"/>
                <a:ext cx="2029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5166" y="464"/>
                    </a:lnTo>
                    <a:lnTo>
                      <a:pt x="51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0">
                <a:extLst>
                  <a:ext uri="{FF2B5EF4-FFF2-40B4-BE49-F238E27FC236}">
                    <a16:creationId xmlns:a16="http://schemas.microsoft.com/office/drawing/2014/main" id="{484ED86F-DD3B-788F-320E-5230131D88A2}"/>
                  </a:ext>
                </a:extLst>
              </p:cNvPr>
              <p:cNvSpPr/>
              <p:nvPr/>
            </p:nvSpPr>
            <p:spPr>
              <a:xfrm>
                <a:off x="4888818" y="2264227"/>
                <a:ext cx="341675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9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8698" y="464"/>
                    </a:lnTo>
                    <a:lnTo>
                      <a:pt x="86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0">
                <a:extLst>
                  <a:ext uri="{FF2B5EF4-FFF2-40B4-BE49-F238E27FC236}">
                    <a16:creationId xmlns:a16="http://schemas.microsoft.com/office/drawing/2014/main" id="{8E161DE4-F11F-171E-D77B-986F8C3F2BA2}"/>
                  </a:ext>
                </a:extLst>
              </p:cNvPr>
              <p:cNvSpPr/>
              <p:nvPr/>
            </p:nvSpPr>
            <p:spPr>
              <a:xfrm>
                <a:off x="4888818" y="2218313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0">
                <a:extLst>
                  <a:ext uri="{FF2B5EF4-FFF2-40B4-BE49-F238E27FC236}">
                    <a16:creationId xmlns:a16="http://schemas.microsoft.com/office/drawing/2014/main" id="{F616732A-F61E-4877-969D-56DBF58724AC}"/>
                  </a:ext>
                </a:extLst>
              </p:cNvPr>
              <p:cNvSpPr/>
              <p:nvPr/>
            </p:nvSpPr>
            <p:spPr>
              <a:xfrm>
                <a:off x="4727273" y="2368624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206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0">
                <a:extLst>
                  <a:ext uri="{FF2B5EF4-FFF2-40B4-BE49-F238E27FC236}">
                    <a16:creationId xmlns:a16="http://schemas.microsoft.com/office/drawing/2014/main" id="{D801A280-8B6D-2246-E02D-D2DF21C6800D}"/>
                  </a:ext>
                </a:extLst>
              </p:cNvPr>
              <p:cNvSpPr/>
              <p:nvPr/>
            </p:nvSpPr>
            <p:spPr>
              <a:xfrm>
                <a:off x="4888818" y="2377736"/>
                <a:ext cx="2355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99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5995" y="465"/>
                    </a:lnTo>
                    <a:lnTo>
                      <a:pt x="599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0">
                <a:extLst>
                  <a:ext uri="{FF2B5EF4-FFF2-40B4-BE49-F238E27FC236}">
                    <a16:creationId xmlns:a16="http://schemas.microsoft.com/office/drawing/2014/main" id="{532A54AE-2826-8C06-47A8-C39AA69831FB}"/>
                  </a:ext>
                </a:extLst>
              </p:cNvPr>
              <p:cNvSpPr/>
              <p:nvPr/>
            </p:nvSpPr>
            <p:spPr>
              <a:xfrm>
                <a:off x="4888818" y="2469918"/>
                <a:ext cx="282798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4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0">
                <a:extLst>
                  <a:ext uri="{FF2B5EF4-FFF2-40B4-BE49-F238E27FC236}">
                    <a16:creationId xmlns:a16="http://schemas.microsoft.com/office/drawing/2014/main" id="{CE1A6AA9-DC6E-6592-28B9-44A95217055C}"/>
                  </a:ext>
                </a:extLst>
              </p:cNvPr>
              <p:cNvSpPr/>
              <p:nvPr/>
            </p:nvSpPr>
            <p:spPr>
              <a:xfrm>
                <a:off x="4888818" y="2424003"/>
                <a:ext cx="31363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985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985" y="464"/>
                    </a:lnTo>
                    <a:lnTo>
                      <a:pt x="79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0">
                <a:extLst>
                  <a:ext uri="{FF2B5EF4-FFF2-40B4-BE49-F238E27FC236}">
                    <a16:creationId xmlns:a16="http://schemas.microsoft.com/office/drawing/2014/main" id="{7DF389C1-168E-5C83-1F1B-2025A7E2BFEA}"/>
                  </a:ext>
                </a:extLst>
              </p:cNvPr>
              <p:cNvSpPr/>
              <p:nvPr/>
            </p:nvSpPr>
            <p:spPr>
              <a:xfrm>
                <a:off x="4834145" y="1608310"/>
                <a:ext cx="24588" cy="5573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419" extrusionOk="0">
                    <a:moveTo>
                      <a:pt x="625" y="0"/>
                    </a:moveTo>
                    <a:lnTo>
                      <a:pt x="1" y="18"/>
                    </a:lnTo>
                    <a:lnTo>
                      <a:pt x="358" y="1419"/>
                    </a:lnTo>
                    <a:lnTo>
                      <a:pt x="625" y="0"/>
                    </a:lnTo>
                    <a:close/>
                  </a:path>
                </a:pathLst>
              </a:custGeom>
              <a:solidFill>
                <a:srgbClr val="C4C9D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0">
                <a:extLst>
                  <a:ext uri="{FF2B5EF4-FFF2-40B4-BE49-F238E27FC236}">
                    <a16:creationId xmlns:a16="http://schemas.microsoft.com/office/drawing/2014/main" id="{7B96685B-2554-BB65-731D-6BD518811664}"/>
                  </a:ext>
                </a:extLst>
              </p:cNvPr>
              <p:cNvSpPr/>
              <p:nvPr/>
            </p:nvSpPr>
            <p:spPr>
              <a:xfrm>
                <a:off x="4848166" y="1688906"/>
                <a:ext cx="34517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349" extrusionOk="0">
                    <a:moveTo>
                      <a:pt x="1" y="0"/>
                    </a:moveTo>
                    <a:lnTo>
                      <a:pt x="1" y="348"/>
                    </a:lnTo>
                    <a:lnTo>
                      <a:pt x="8788" y="348"/>
                    </a:lnTo>
                    <a:lnTo>
                      <a:pt x="8788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0">
                <a:extLst>
                  <a:ext uri="{FF2B5EF4-FFF2-40B4-BE49-F238E27FC236}">
                    <a16:creationId xmlns:a16="http://schemas.microsoft.com/office/drawing/2014/main" id="{AFC18AFA-3223-FD62-DA55-FAF86D7F7DCC}"/>
                  </a:ext>
                </a:extLst>
              </p:cNvPr>
              <p:cNvSpPr/>
              <p:nvPr/>
            </p:nvSpPr>
            <p:spPr>
              <a:xfrm>
                <a:off x="4848166" y="1475163"/>
                <a:ext cx="345171" cy="213787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5443" extrusionOk="0">
                    <a:moveTo>
                      <a:pt x="4515" y="919"/>
                    </a:moveTo>
                    <a:cubicBezTo>
                      <a:pt x="4747" y="919"/>
                      <a:pt x="4943" y="1107"/>
                      <a:pt x="4943" y="1338"/>
                    </a:cubicBezTo>
                    <a:cubicBezTo>
                      <a:pt x="4943" y="1570"/>
                      <a:pt x="4747" y="1767"/>
                      <a:pt x="4515" y="1767"/>
                    </a:cubicBezTo>
                    <a:cubicBezTo>
                      <a:pt x="4283" y="1767"/>
                      <a:pt x="4095" y="1570"/>
                      <a:pt x="4095" y="1338"/>
                    </a:cubicBezTo>
                    <a:cubicBezTo>
                      <a:pt x="4095" y="1107"/>
                      <a:pt x="4283" y="919"/>
                      <a:pt x="4515" y="919"/>
                    </a:cubicBezTo>
                    <a:close/>
                    <a:moveTo>
                      <a:pt x="4515" y="0"/>
                    </a:moveTo>
                    <a:cubicBezTo>
                      <a:pt x="3578" y="0"/>
                      <a:pt x="2811" y="768"/>
                      <a:pt x="2811" y="1704"/>
                    </a:cubicBezTo>
                    <a:lnTo>
                      <a:pt x="2811" y="2498"/>
                    </a:lnTo>
                    <a:lnTo>
                      <a:pt x="438" y="2498"/>
                    </a:lnTo>
                    <a:cubicBezTo>
                      <a:pt x="197" y="2498"/>
                      <a:pt x="1" y="2694"/>
                      <a:pt x="1" y="2935"/>
                    </a:cubicBezTo>
                    <a:lnTo>
                      <a:pt x="1" y="5442"/>
                    </a:lnTo>
                    <a:lnTo>
                      <a:pt x="8788" y="5442"/>
                    </a:lnTo>
                    <a:lnTo>
                      <a:pt x="8788" y="2935"/>
                    </a:lnTo>
                    <a:cubicBezTo>
                      <a:pt x="8788" y="2694"/>
                      <a:pt x="8592" y="2498"/>
                      <a:pt x="8351" y="2498"/>
                    </a:cubicBezTo>
                    <a:lnTo>
                      <a:pt x="6219" y="2498"/>
                    </a:lnTo>
                    <a:lnTo>
                      <a:pt x="6219" y="1704"/>
                    </a:lnTo>
                    <a:cubicBezTo>
                      <a:pt x="6219" y="768"/>
                      <a:pt x="5451" y="0"/>
                      <a:pt x="45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0">
                <a:extLst>
                  <a:ext uri="{FF2B5EF4-FFF2-40B4-BE49-F238E27FC236}">
                    <a16:creationId xmlns:a16="http://schemas.microsoft.com/office/drawing/2014/main" id="{829D9E30-5AA4-A88D-3E69-CA533634A332}"/>
                  </a:ext>
                </a:extLst>
              </p:cNvPr>
              <p:cNvSpPr/>
              <p:nvPr/>
            </p:nvSpPr>
            <p:spPr>
              <a:xfrm>
                <a:off x="4722364" y="1732345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0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0">
                <a:extLst>
                  <a:ext uri="{FF2B5EF4-FFF2-40B4-BE49-F238E27FC236}">
                    <a16:creationId xmlns:a16="http://schemas.microsoft.com/office/drawing/2014/main" id="{7FF1DE9C-9917-AF60-7038-4FF7BE9333F8}"/>
                  </a:ext>
                </a:extLst>
              </p:cNvPr>
              <p:cNvSpPr/>
              <p:nvPr/>
            </p:nvSpPr>
            <p:spPr>
              <a:xfrm>
                <a:off x="4722364" y="1921186"/>
                <a:ext cx="145130" cy="12690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1" extrusionOk="0">
                    <a:moveTo>
                      <a:pt x="3105" y="1"/>
                    </a:moveTo>
                    <a:lnTo>
                      <a:pt x="1339" y="2392"/>
                    </a:lnTo>
                    <a:lnTo>
                      <a:pt x="465" y="1615"/>
                    </a:lnTo>
                    <a:lnTo>
                      <a:pt x="1" y="2053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0">
                <a:extLst>
                  <a:ext uri="{FF2B5EF4-FFF2-40B4-BE49-F238E27FC236}">
                    <a16:creationId xmlns:a16="http://schemas.microsoft.com/office/drawing/2014/main" id="{EB1B0F95-167A-CA4A-85AA-D3982DB3AE4E}"/>
                  </a:ext>
                </a:extLst>
              </p:cNvPr>
              <p:cNvSpPr/>
              <p:nvPr/>
            </p:nvSpPr>
            <p:spPr>
              <a:xfrm>
                <a:off x="4722364" y="2134929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1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0" name="Google Shape;390;p30">
            <a:extLst>
              <a:ext uri="{FF2B5EF4-FFF2-40B4-BE49-F238E27FC236}">
                <a16:creationId xmlns:a16="http://schemas.microsoft.com/office/drawing/2014/main" id="{AA4729F7-3793-55A5-1820-05310A5CC864}"/>
              </a:ext>
            </a:extLst>
          </p:cNvPr>
          <p:cNvGrpSpPr/>
          <p:nvPr/>
        </p:nvGrpSpPr>
        <p:grpSpPr>
          <a:xfrm>
            <a:off x="2629682" y="1704477"/>
            <a:ext cx="1465017" cy="2660854"/>
            <a:chOff x="1063597" y="541030"/>
            <a:chExt cx="459743" cy="835040"/>
          </a:xfrm>
        </p:grpSpPr>
        <p:sp>
          <p:nvSpPr>
            <p:cNvPr id="391" name="Google Shape;391;p30">
              <a:extLst>
                <a:ext uri="{FF2B5EF4-FFF2-40B4-BE49-F238E27FC236}">
                  <a16:creationId xmlns:a16="http://schemas.microsoft.com/office/drawing/2014/main" id="{0A36898F-0036-33FA-AD4E-35F9ED4A7EF6}"/>
                </a:ext>
              </a:extLst>
            </p:cNvPr>
            <p:cNvSpPr/>
            <p:nvPr/>
          </p:nvSpPr>
          <p:spPr>
            <a:xfrm>
              <a:off x="1063597" y="541030"/>
              <a:ext cx="459743" cy="835040"/>
            </a:xfrm>
            <a:custGeom>
              <a:avLst/>
              <a:gdLst/>
              <a:ahLst/>
              <a:cxnLst/>
              <a:rect l="l" t="t" r="r" b="b"/>
              <a:pathLst>
                <a:path w="11705" h="21260" extrusionOk="0">
                  <a:moveTo>
                    <a:pt x="1356" y="0"/>
                  </a:moveTo>
                  <a:lnTo>
                    <a:pt x="616" y="170"/>
                  </a:lnTo>
                  <a:lnTo>
                    <a:pt x="0" y="313"/>
                  </a:lnTo>
                  <a:lnTo>
                    <a:pt x="401" y="794"/>
                  </a:lnTo>
                  <a:lnTo>
                    <a:pt x="883" y="1383"/>
                  </a:lnTo>
                  <a:lnTo>
                    <a:pt x="901" y="1401"/>
                  </a:lnTo>
                  <a:lnTo>
                    <a:pt x="3506" y="2293"/>
                  </a:lnTo>
                  <a:lnTo>
                    <a:pt x="3024" y="3747"/>
                  </a:lnTo>
                  <a:cubicBezTo>
                    <a:pt x="3024" y="3747"/>
                    <a:pt x="2980" y="3908"/>
                    <a:pt x="2989" y="4077"/>
                  </a:cubicBezTo>
                  <a:cubicBezTo>
                    <a:pt x="2980" y="4202"/>
                    <a:pt x="3006" y="4300"/>
                    <a:pt x="3096" y="4372"/>
                  </a:cubicBezTo>
                  <a:cubicBezTo>
                    <a:pt x="3158" y="4443"/>
                    <a:pt x="3256" y="4497"/>
                    <a:pt x="3408" y="4505"/>
                  </a:cubicBezTo>
                  <a:cubicBezTo>
                    <a:pt x="3524" y="4532"/>
                    <a:pt x="3667" y="4559"/>
                    <a:pt x="3845" y="4577"/>
                  </a:cubicBezTo>
                  <a:cubicBezTo>
                    <a:pt x="4211" y="4613"/>
                    <a:pt x="4693" y="4675"/>
                    <a:pt x="5103" y="4728"/>
                  </a:cubicBezTo>
                  <a:cubicBezTo>
                    <a:pt x="4969" y="5005"/>
                    <a:pt x="4835" y="5308"/>
                    <a:pt x="4764" y="5567"/>
                  </a:cubicBezTo>
                  <a:cubicBezTo>
                    <a:pt x="4612" y="6192"/>
                    <a:pt x="5486" y="6495"/>
                    <a:pt x="5486" y="6495"/>
                  </a:cubicBezTo>
                  <a:lnTo>
                    <a:pt x="5486" y="7976"/>
                  </a:lnTo>
                  <a:cubicBezTo>
                    <a:pt x="4916" y="8422"/>
                    <a:pt x="4969" y="10045"/>
                    <a:pt x="4969" y="10045"/>
                  </a:cubicBezTo>
                  <a:lnTo>
                    <a:pt x="5272" y="13096"/>
                  </a:lnTo>
                  <a:lnTo>
                    <a:pt x="5620" y="13096"/>
                  </a:lnTo>
                  <a:lnTo>
                    <a:pt x="5790" y="19180"/>
                  </a:lnTo>
                  <a:cubicBezTo>
                    <a:pt x="5790" y="19234"/>
                    <a:pt x="5790" y="19314"/>
                    <a:pt x="5799" y="19412"/>
                  </a:cubicBezTo>
                  <a:lnTo>
                    <a:pt x="5799" y="19421"/>
                  </a:lnTo>
                  <a:cubicBezTo>
                    <a:pt x="5808" y="19466"/>
                    <a:pt x="5808" y="19502"/>
                    <a:pt x="5817" y="19546"/>
                  </a:cubicBezTo>
                  <a:cubicBezTo>
                    <a:pt x="5852" y="19850"/>
                    <a:pt x="5710" y="19903"/>
                    <a:pt x="5710" y="19903"/>
                  </a:cubicBezTo>
                  <a:cubicBezTo>
                    <a:pt x="5710" y="19903"/>
                    <a:pt x="5326" y="20028"/>
                    <a:pt x="4978" y="20153"/>
                  </a:cubicBezTo>
                  <a:cubicBezTo>
                    <a:pt x="4764" y="20224"/>
                    <a:pt x="4577" y="20305"/>
                    <a:pt x="4496" y="20349"/>
                  </a:cubicBezTo>
                  <a:cubicBezTo>
                    <a:pt x="4282" y="20474"/>
                    <a:pt x="4496" y="20554"/>
                    <a:pt x="4496" y="20554"/>
                  </a:cubicBezTo>
                  <a:cubicBezTo>
                    <a:pt x="4496" y="20554"/>
                    <a:pt x="5341" y="20543"/>
                    <a:pt x="5867" y="20543"/>
                  </a:cubicBezTo>
                  <a:cubicBezTo>
                    <a:pt x="5998" y="20543"/>
                    <a:pt x="6109" y="20544"/>
                    <a:pt x="6182" y="20545"/>
                  </a:cubicBezTo>
                  <a:cubicBezTo>
                    <a:pt x="6191" y="20546"/>
                    <a:pt x="6200" y="20546"/>
                    <a:pt x="6208" y="20546"/>
                  </a:cubicBezTo>
                  <a:cubicBezTo>
                    <a:pt x="6557" y="20546"/>
                    <a:pt x="6548" y="20189"/>
                    <a:pt x="6548" y="20189"/>
                  </a:cubicBezTo>
                  <a:lnTo>
                    <a:pt x="6548" y="20099"/>
                  </a:lnTo>
                  <a:lnTo>
                    <a:pt x="6548" y="19243"/>
                  </a:lnTo>
                  <a:lnTo>
                    <a:pt x="6548" y="13096"/>
                  </a:lnTo>
                  <a:lnTo>
                    <a:pt x="7547" y="13096"/>
                  </a:lnTo>
                  <a:lnTo>
                    <a:pt x="9394" y="19457"/>
                  </a:lnTo>
                  <a:lnTo>
                    <a:pt x="9430" y="19582"/>
                  </a:lnTo>
                  <a:lnTo>
                    <a:pt x="9439" y="19582"/>
                  </a:lnTo>
                  <a:cubicBezTo>
                    <a:pt x="9456" y="19662"/>
                    <a:pt x="9492" y="19778"/>
                    <a:pt x="9519" y="19885"/>
                  </a:cubicBezTo>
                  <a:cubicBezTo>
                    <a:pt x="9554" y="20046"/>
                    <a:pt x="9474" y="20197"/>
                    <a:pt x="9439" y="20260"/>
                  </a:cubicBezTo>
                  <a:cubicBezTo>
                    <a:pt x="9421" y="20278"/>
                    <a:pt x="9403" y="20296"/>
                    <a:pt x="9385" y="20313"/>
                  </a:cubicBezTo>
                  <a:cubicBezTo>
                    <a:pt x="9296" y="20376"/>
                    <a:pt x="9019" y="20563"/>
                    <a:pt x="8778" y="20742"/>
                  </a:cubicBezTo>
                  <a:cubicBezTo>
                    <a:pt x="8600" y="20867"/>
                    <a:pt x="8430" y="20991"/>
                    <a:pt x="8368" y="21063"/>
                  </a:cubicBezTo>
                  <a:cubicBezTo>
                    <a:pt x="8198" y="21250"/>
                    <a:pt x="8430" y="21259"/>
                    <a:pt x="8430" y="21259"/>
                  </a:cubicBezTo>
                  <a:cubicBezTo>
                    <a:pt x="8430" y="21259"/>
                    <a:pt x="9688" y="20867"/>
                    <a:pt x="10045" y="20777"/>
                  </a:cubicBezTo>
                  <a:cubicBezTo>
                    <a:pt x="10411" y="20688"/>
                    <a:pt x="10286" y="20331"/>
                    <a:pt x="10286" y="20331"/>
                  </a:cubicBezTo>
                  <a:lnTo>
                    <a:pt x="10259" y="20242"/>
                  </a:lnTo>
                  <a:lnTo>
                    <a:pt x="10027" y="19439"/>
                  </a:lnTo>
                  <a:lnTo>
                    <a:pt x="8618" y="13096"/>
                  </a:lnTo>
                  <a:lnTo>
                    <a:pt x="9019" y="13096"/>
                  </a:lnTo>
                  <a:cubicBezTo>
                    <a:pt x="9019" y="13096"/>
                    <a:pt x="8546" y="11999"/>
                    <a:pt x="8520" y="10304"/>
                  </a:cubicBezTo>
                  <a:cubicBezTo>
                    <a:pt x="8511" y="9564"/>
                    <a:pt x="8359" y="9028"/>
                    <a:pt x="8207" y="8663"/>
                  </a:cubicBezTo>
                  <a:cubicBezTo>
                    <a:pt x="8252" y="8645"/>
                    <a:pt x="8306" y="8645"/>
                    <a:pt x="8368" y="8645"/>
                  </a:cubicBezTo>
                  <a:cubicBezTo>
                    <a:pt x="8373" y="8645"/>
                    <a:pt x="8378" y="8646"/>
                    <a:pt x="8384" y="8646"/>
                  </a:cubicBezTo>
                  <a:cubicBezTo>
                    <a:pt x="8449" y="8646"/>
                    <a:pt x="8506" y="8596"/>
                    <a:pt x="8564" y="8538"/>
                  </a:cubicBezTo>
                  <a:lnTo>
                    <a:pt x="8591" y="8556"/>
                  </a:lnTo>
                  <a:cubicBezTo>
                    <a:pt x="8591" y="8556"/>
                    <a:pt x="9795" y="7164"/>
                    <a:pt x="10348" y="6629"/>
                  </a:cubicBezTo>
                  <a:cubicBezTo>
                    <a:pt x="10910" y="6084"/>
                    <a:pt x="10554" y="5781"/>
                    <a:pt x="10554" y="5781"/>
                  </a:cubicBezTo>
                  <a:cubicBezTo>
                    <a:pt x="10554" y="5781"/>
                    <a:pt x="9010" y="4381"/>
                    <a:pt x="8537" y="4042"/>
                  </a:cubicBezTo>
                  <a:cubicBezTo>
                    <a:pt x="8537" y="4042"/>
                    <a:pt x="8529" y="4033"/>
                    <a:pt x="8520" y="4006"/>
                  </a:cubicBezTo>
                  <a:lnTo>
                    <a:pt x="8520" y="4006"/>
                  </a:lnTo>
                  <a:lnTo>
                    <a:pt x="10313" y="4613"/>
                  </a:lnTo>
                  <a:lnTo>
                    <a:pt x="10848" y="4800"/>
                  </a:lnTo>
                  <a:lnTo>
                    <a:pt x="11223" y="4925"/>
                  </a:lnTo>
                  <a:lnTo>
                    <a:pt x="11704" y="3524"/>
                  </a:lnTo>
                  <a:lnTo>
                    <a:pt x="11330" y="3399"/>
                  </a:lnTo>
                  <a:lnTo>
                    <a:pt x="10795" y="3212"/>
                  </a:lnTo>
                  <a:lnTo>
                    <a:pt x="8832" y="2543"/>
                  </a:lnTo>
                  <a:cubicBezTo>
                    <a:pt x="8885" y="2159"/>
                    <a:pt x="8903" y="1767"/>
                    <a:pt x="8903" y="1374"/>
                  </a:cubicBezTo>
                  <a:cubicBezTo>
                    <a:pt x="8903" y="1133"/>
                    <a:pt x="8885" y="875"/>
                    <a:pt x="8743" y="678"/>
                  </a:cubicBezTo>
                  <a:cubicBezTo>
                    <a:pt x="8582" y="455"/>
                    <a:pt x="8297" y="366"/>
                    <a:pt x="8029" y="295"/>
                  </a:cubicBezTo>
                  <a:cubicBezTo>
                    <a:pt x="8011" y="295"/>
                    <a:pt x="7993" y="286"/>
                    <a:pt x="7975" y="286"/>
                  </a:cubicBezTo>
                  <a:cubicBezTo>
                    <a:pt x="7704" y="224"/>
                    <a:pt x="7424" y="167"/>
                    <a:pt x="7144" y="167"/>
                  </a:cubicBezTo>
                  <a:cubicBezTo>
                    <a:pt x="7019" y="167"/>
                    <a:pt x="6895" y="178"/>
                    <a:pt x="6771" y="206"/>
                  </a:cubicBezTo>
                  <a:cubicBezTo>
                    <a:pt x="6512" y="268"/>
                    <a:pt x="6031" y="500"/>
                    <a:pt x="5995" y="812"/>
                  </a:cubicBezTo>
                  <a:cubicBezTo>
                    <a:pt x="5968" y="991"/>
                    <a:pt x="6156" y="1115"/>
                    <a:pt x="6352" y="1196"/>
                  </a:cubicBezTo>
                  <a:cubicBezTo>
                    <a:pt x="6343" y="1223"/>
                    <a:pt x="6334" y="1249"/>
                    <a:pt x="6316" y="1267"/>
                  </a:cubicBezTo>
                  <a:cubicBezTo>
                    <a:pt x="6307" y="1294"/>
                    <a:pt x="6298" y="1321"/>
                    <a:pt x="6289" y="1338"/>
                  </a:cubicBezTo>
                  <a:cubicBezTo>
                    <a:pt x="6272" y="1347"/>
                    <a:pt x="6254" y="1356"/>
                    <a:pt x="6245" y="1365"/>
                  </a:cubicBezTo>
                  <a:cubicBezTo>
                    <a:pt x="6227" y="1383"/>
                    <a:pt x="6218" y="1410"/>
                    <a:pt x="6236" y="1428"/>
                  </a:cubicBezTo>
                  <a:cubicBezTo>
                    <a:pt x="6245" y="1428"/>
                    <a:pt x="6245" y="1428"/>
                    <a:pt x="6245" y="1437"/>
                  </a:cubicBezTo>
                  <a:cubicBezTo>
                    <a:pt x="6218" y="1499"/>
                    <a:pt x="6200" y="1562"/>
                    <a:pt x="6173" y="1633"/>
                  </a:cubicBezTo>
                  <a:lnTo>
                    <a:pt x="4505" y="1071"/>
                  </a:lnTo>
                  <a:cubicBezTo>
                    <a:pt x="4523" y="1017"/>
                    <a:pt x="4532" y="955"/>
                    <a:pt x="4532" y="901"/>
                  </a:cubicBezTo>
                  <a:cubicBezTo>
                    <a:pt x="4532" y="884"/>
                    <a:pt x="4532" y="857"/>
                    <a:pt x="4523" y="839"/>
                  </a:cubicBezTo>
                  <a:cubicBezTo>
                    <a:pt x="4514" y="821"/>
                    <a:pt x="4487" y="812"/>
                    <a:pt x="4469" y="803"/>
                  </a:cubicBezTo>
                  <a:cubicBezTo>
                    <a:pt x="4380" y="759"/>
                    <a:pt x="4291" y="768"/>
                    <a:pt x="4202" y="759"/>
                  </a:cubicBezTo>
                  <a:cubicBezTo>
                    <a:pt x="4122" y="759"/>
                    <a:pt x="4050" y="732"/>
                    <a:pt x="3979" y="732"/>
                  </a:cubicBezTo>
                  <a:cubicBezTo>
                    <a:pt x="3899" y="732"/>
                    <a:pt x="3827" y="759"/>
                    <a:pt x="3783" y="821"/>
                  </a:cubicBezTo>
                  <a:lnTo>
                    <a:pt x="1383" y="0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" name="Google Shape;392;p30">
              <a:extLst>
                <a:ext uri="{FF2B5EF4-FFF2-40B4-BE49-F238E27FC236}">
                  <a16:creationId xmlns:a16="http://schemas.microsoft.com/office/drawing/2014/main" id="{E8F3517A-E2A9-1C15-893C-300AB65CB322}"/>
                </a:ext>
              </a:extLst>
            </p:cNvPr>
            <p:cNvGrpSpPr/>
            <p:nvPr/>
          </p:nvGrpSpPr>
          <p:grpSpPr>
            <a:xfrm>
              <a:off x="1063760" y="541037"/>
              <a:ext cx="459418" cy="835019"/>
              <a:chOff x="1538412" y="541037"/>
              <a:chExt cx="459418" cy="835019"/>
            </a:xfrm>
          </p:grpSpPr>
          <p:sp>
            <p:nvSpPr>
              <p:cNvPr id="393" name="Google Shape;393;p30">
                <a:extLst>
                  <a:ext uri="{FF2B5EF4-FFF2-40B4-BE49-F238E27FC236}">
                    <a16:creationId xmlns:a16="http://schemas.microsoft.com/office/drawing/2014/main" id="{E613BA18-2A9E-AB10-ECB7-3444C9C4D886}"/>
                  </a:ext>
                </a:extLst>
              </p:cNvPr>
              <p:cNvSpPr/>
              <p:nvPr/>
            </p:nvSpPr>
            <p:spPr>
              <a:xfrm>
                <a:off x="1829255" y="1037884"/>
                <a:ext cx="103025" cy="272311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6933" extrusionOk="0">
                    <a:moveTo>
                      <a:pt x="0" y="0"/>
                    </a:moveTo>
                    <a:lnTo>
                      <a:pt x="2025" y="6932"/>
                    </a:lnTo>
                    <a:lnTo>
                      <a:pt x="2623" y="6834"/>
                    </a:lnTo>
                    <a:lnTo>
                      <a:pt x="1133" y="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0">
                <a:extLst>
                  <a:ext uri="{FF2B5EF4-FFF2-40B4-BE49-F238E27FC236}">
                    <a16:creationId xmlns:a16="http://schemas.microsoft.com/office/drawing/2014/main" id="{2EDD3E24-FB9A-E4AE-C672-1754D17888F6}"/>
                  </a:ext>
                </a:extLst>
              </p:cNvPr>
              <p:cNvSpPr/>
              <p:nvPr/>
            </p:nvSpPr>
            <p:spPr>
              <a:xfrm>
                <a:off x="1758439" y="1029833"/>
                <a:ext cx="36842" cy="274393"/>
              </a:xfrm>
              <a:custGeom>
                <a:avLst/>
                <a:gdLst/>
                <a:ahLst/>
                <a:cxnLst/>
                <a:rect l="l" t="t" r="r" b="b"/>
                <a:pathLst>
                  <a:path w="938" h="6986" extrusionOk="0">
                    <a:moveTo>
                      <a:pt x="1" y="0"/>
                    </a:moveTo>
                    <a:lnTo>
                      <a:pt x="197" y="6985"/>
                    </a:lnTo>
                    <a:lnTo>
                      <a:pt x="938" y="6985"/>
                    </a:lnTo>
                    <a:lnTo>
                      <a:pt x="938" y="16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0">
                <a:extLst>
                  <a:ext uri="{FF2B5EF4-FFF2-40B4-BE49-F238E27FC236}">
                    <a16:creationId xmlns:a16="http://schemas.microsoft.com/office/drawing/2014/main" id="{D13C6E86-F063-4EC5-00B9-2E9B448DA6CE}"/>
                  </a:ext>
                </a:extLst>
              </p:cNvPr>
              <p:cNvSpPr/>
              <p:nvPr/>
            </p:nvSpPr>
            <p:spPr>
              <a:xfrm>
                <a:off x="1731142" y="854267"/>
                <a:ext cx="161195" cy="201533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5131" extrusionOk="0">
                    <a:moveTo>
                      <a:pt x="571" y="1"/>
                    </a:moveTo>
                    <a:cubicBezTo>
                      <a:pt x="0" y="447"/>
                      <a:pt x="54" y="2079"/>
                      <a:pt x="54" y="2079"/>
                    </a:cubicBezTo>
                    <a:lnTo>
                      <a:pt x="357" y="5130"/>
                    </a:lnTo>
                    <a:lnTo>
                      <a:pt x="4104" y="5130"/>
                    </a:lnTo>
                    <a:cubicBezTo>
                      <a:pt x="4104" y="5130"/>
                      <a:pt x="3631" y="4033"/>
                      <a:pt x="3604" y="2329"/>
                    </a:cubicBezTo>
                    <a:cubicBezTo>
                      <a:pt x="3577" y="634"/>
                      <a:pt x="2846" y="1"/>
                      <a:pt x="28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0">
                <a:extLst>
                  <a:ext uri="{FF2B5EF4-FFF2-40B4-BE49-F238E27FC236}">
                    <a16:creationId xmlns:a16="http://schemas.microsoft.com/office/drawing/2014/main" id="{FD3AE0F9-CF35-709B-FA55-30D0C51C0974}"/>
                  </a:ext>
                </a:extLst>
              </p:cNvPr>
              <p:cNvSpPr/>
              <p:nvPr/>
            </p:nvSpPr>
            <p:spPr>
              <a:xfrm>
                <a:off x="1647719" y="587973"/>
                <a:ext cx="59623" cy="130401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320" extrusionOk="0">
                    <a:moveTo>
                      <a:pt x="1080" y="1"/>
                    </a:moveTo>
                    <a:lnTo>
                      <a:pt x="242" y="2561"/>
                    </a:lnTo>
                    <a:cubicBezTo>
                      <a:pt x="242" y="2561"/>
                      <a:pt x="1" y="3293"/>
                      <a:pt x="661" y="3319"/>
                    </a:cubicBezTo>
                    <a:cubicBezTo>
                      <a:pt x="669" y="3320"/>
                      <a:pt x="676" y="3320"/>
                      <a:pt x="684" y="3320"/>
                    </a:cubicBezTo>
                    <a:cubicBezTo>
                      <a:pt x="1310" y="3320"/>
                      <a:pt x="1232" y="2222"/>
                      <a:pt x="1232" y="2222"/>
                    </a:cubicBezTo>
                    <a:lnTo>
                      <a:pt x="1517" y="153"/>
                    </a:lnTo>
                    <a:lnTo>
                      <a:pt x="108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0">
                <a:extLst>
                  <a:ext uri="{FF2B5EF4-FFF2-40B4-BE49-F238E27FC236}">
                    <a16:creationId xmlns:a16="http://schemas.microsoft.com/office/drawing/2014/main" id="{9CF49F5E-ED19-4246-F4A1-CFFB17536948}"/>
                  </a:ext>
                </a:extLst>
              </p:cNvPr>
              <p:cNvSpPr/>
              <p:nvPr/>
            </p:nvSpPr>
            <p:spPr>
              <a:xfrm>
                <a:off x="1538412" y="541037"/>
                <a:ext cx="444700" cy="188532"/>
              </a:xfrm>
              <a:custGeom>
                <a:avLst/>
                <a:gdLst/>
                <a:ahLst/>
                <a:cxnLst/>
                <a:rect l="l" t="t" r="r" b="b"/>
                <a:pathLst>
                  <a:path w="11322" h="4800" extrusionOk="0">
                    <a:moveTo>
                      <a:pt x="1383" y="0"/>
                    </a:moveTo>
                    <a:lnTo>
                      <a:pt x="1357" y="9"/>
                    </a:lnTo>
                    <a:lnTo>
                      <a:pt x="1" y="313"/>
                    </a:lnTo>
                    <a:lnTo>
                      <a:pt x="884" y="1383"/>
                    </a:lnTo>
                    <a:lnTo>
                      <a:pt x="902" y="1401"/>
                    </a:lnTo>
                    <a:lnTo>
                      <a:pt x="10840" y="4800"/>
                    </a:lnTo>
                    <a:lnTo>
                      <a:pt x="11321" y="3399"/>
                    </a:lnTo>
                    <a:lnTo>
                      <a:pt x="138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0">
                <a:extLst>
                  <a:ext uri="{FF2B5EF4-FFF2-40B4-BE49-F238E27FC236}">
                    <a16:creationId xmlns:a16="http://schemas.microsoft.com/office/drawing/2014/main" id="{6DF75446-9456-F4E1-316A-D9C8752CF3B6}"/>
                  </a:ext>
                </a:extLst>
              </p:cNvPr>
              <p:cNvSpPr/>
              <p:nvPr/>
            </p:nvSpPr>
            <p:spPr>
              <a:xfrm>
                <a:off x="1538412" y="541391"/>
                <a:ext cx="53300" cy="54007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75" extrusionOk="0">
                    <a:moveTo>
                      <a:pt x="1357" y="0"/>
                    </a:moveTo>
                    <a:lnTo>
                      <a:pt x="616" y="170"/>
                    </a:lnTo>
                    <a:lnTo>
                      <a:pt x="1" y="304"/>
                    </a:lnTo>
                    <a:lnTo>
                      <a:pt x="402" y="785"/>
                    </a:lnTo>
                    <a:lnTo>
                      <a:pt x="884" y="1374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0">
                <a:extLst>
                  <a:ext uri="{FF2B5EF4-FFF2-40B4-BE49-F238E27FC236}">
                    <a16:creationId xmlns:a16="http://schemas.microsoft.com/office/drawing/2014/main" id="{4608629E-5E6E-DA03-5CEC-5DCA97F05C68}"/>
                  </a:ext>
                </a:extLst>
              </p:cNvPr>
              <p:cNvSpPr/>
              <p:nvPr/>
            </p:nvSpPr>
            <p:spPr>
              <a:xfrm>
                <a:off x="1943471" y="667507"/>
                <a:ext cx="39631" cy="62058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580" extrusionOk="0">
                    <a:moveTo>
                      <a:pt x="473" y="1"/>
                    </a:moveTo>
                    <a:lnTo>
                      <a:pt x="0" y="1402"/>
                    </a:lnTo>
                    <a:lnTo>
                      <a:pt x="527" y="1580"/>
                    </a:lnTo>
                    <a:lnTo>
                      <a:pt x="1008" y="179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0">
                <a:extLst>
                  <a:ext uri="{FF2B5EF4-FFF2-40B4-BE49-F238E27FC236}">
                    <a16:creationId xmlns:a16="http://schemas.microsoft.com/office/drawing/2014/main" id="{6912EE4F-780E-B7B5-6FC2-CCF03CA190BC}"/>
                  </a:ext>
                </a:extLst>
              </p:cNvPr>
              <p:cNvSpPr/>
              <p:nvPr/>
            </p:nvSpPr>
            <p:spPr>
              <a:xfrm>
                <a:off x="1964130" y="674538"/>
                <a:ext cx="33700" cy="60291"/>
              </a:xfrm>
              <a:custGeom>
                <a:avLst/>
                <a:gdLst/>
                <a:ahLst/>
                <a:cxnLst/>
                <a:rect l="l" t="t" r="r" b="b"/>
                <a:pathLst>
                  <a:path w="858" h="1535" extrusionOk="0">
                    <a:moveTo>
                      <a:pt x="482" y="0"/>
                    </a:moveTo>
                    <a:lnTo>
                      <a:pt x="1" y="1401"/>
                    </a:lnTo>
                    <a:lnTo>
                      <a:pt x="375" y="1535"/>
                    </a:lnTo>
                    <a:lnTo>
                      <a:pt x="857" y="134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0">
                <a:extLst>
                  <a:ext uri="{FF2B5EF4-FFF2-40B4-BE49-F238E27FC236}">
                    <a16:creationId xmlns:a16="http://schemas.microsoft.com/office/drawing/2014/main" id="{C73AF114-DAFB-B9AF-897D-BE899E9453A8}"/>
                  </a:ext>
                </a:extLst>
              </p:cNvPr>
              <p:cNvSpPr/>
              <p:nvPr/>
            </p:nvSpPr>
            <p:spPr>
              <a:xfrm>
                <a:off x="1538412" y="548028"/>
                <a:ext cx="24234" cy="2423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17" extrusionOk="0">
                    <a:moveTo>
                      <a:pt x="616" y="1"/>
                    </a:moveTo>
                    <a:lnTo>
                      <a:pt x="1" y="135"/>
                    </a:lnTo>
                    <a:lnTo>
                      <a:pt x="402" y="61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0">
                <a:extLst>
                  <a:ext uri="{FF2B5EF4-FFF2-40B4-BE49-F238E27FC236}">
                    <a16:creationId xmlns:a16="http://schemas.microsoft.com/office/drawing/2014/main" id="{016EA3F9-1506-E0DF-4886-18B418B4E089}"/>
                  </a:ext>
                </a:extLst>
              </p:cNvPr>
              <p:cNvSpPr/>
              <p:nvPr/>
            </p:nvSpPr>
            <p:spPr>
              <a:xfrm>
                <a:off x="1538412" y="553291"/>
                <a:ext cx="449963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11456" h="4622" extrusionOk="0">
                    <a:moveTo>
                      <a:pt x="1" y="1"/>
                    </a:moveTo>
                    <a:lnTo>
                      <a:pt x="402" y="482"/>
                    </a:lnTo>
                    <a:lnTo>
                      <a:pt x="884" y="1071"/>
                    </a:lnTo>
                    <a:lnTo>
                      <a:pt x="902" y="1089"/>
                    </a:lnTo>
                    <a:lnTo>
                      <a:pt x="10313" y="4310"/>
                    </a:lnTo>
                    <a:lnTo>
                      <a:pt x="10840" y="4488"/>
                    </a:lnTo>
                    <a:lnTo>
                      <a:pt x="11214" y="4622"/>
                    </a:lnTo>
                    <a:lnTo>
                      <a:pt x="11455" y="39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0">
                <a:extLst>
                  <a:ext uri="{FF2B5EF4-FFF2-40B4-BE49-F238E27FC236}">
                    <a16:creationId xmlns:a16="http://schemas.microsoft.com/office/drawing/2014/main" id="{2E5D055E-3FA0-24E5-69D5-3E7B350D1C2F}"/>
                  </a:ext>
                </a:extLst>
              </p:cNvPr>
              <p:cNvSpPr/>
              <p:nvPr/>
            </p:nvSpPr>
            <p:spPr>
              <a:xfrm>
                <a:off x="1801211" y="648615"/>
                <a:ext cx="35428" cy="5679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446" extrusionOk="0">
                    <a:moveTo>
                      <a:pt x="0" y="0"/>
                    </a:moveTo>
                    <a:lnTo>
                      <a:pt x="0" y="1445"/>
                    </a:lnTo>
                    <a:lnTo>
                      <a:pt x="901" y="1445"/>
                    </a:lnTo>
                    <a:lnTo>
                      <a:pt x="901" y="0"/>
                    </a:ln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0">
                <a:extLst>
                  <a:ext uri="{FF2B5EF4-FFF2-40B4-BE49-F238E27FC236}">
                    <a16:creationId xmlns:a16="http://schemas.microsoft.com/office/drawing/2014/main" id="{519674F5-90AA-91E7-8876-D8171BA240BD}"/>
                  </a:ext>
                </a:extLst>
              </p:cNvPr>
              <p:cNvSpPr/>
              <p:nvPr/>
            </p:nvSpPr>
            <p:spPr>
              <a:xfrm>
                <a:off x="1719202" y="688913"/>
                <a:ext cx="167558" cy="165398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211" extrusionOk="0">
                    <a:moveTo>
                      <a:pt x="1500" y="0"/>
                    </a:moveTo>
                    <a:cubicBezTo>
                      <a:pt x="1152" y="0"/>
                      <a:pt x="920" y="223"/>
                      <a:pt x="920" y="223"/>
                    </a:cubicBezTo>
                    <a:cubicBezTo>
                      <a:pt x="920" y="223"/>
                      <a:pt x="322" y="1151"/>
                      <a:pt x="161" y="1811"/>
                    </a:cubicBezTo>
                    <a:cubicBezTo>
                      <a:pt x="1" y="2436"/>
                      <a:pt x="875" y="2739"/>
                      <a:pt x="875" y="2739"/>
                    </a:cubicBezTo>
                    <a:lnTo>
                      <a:pt x="875" y="4211"/>
                    </a:lnTo>
                    <a:lnTo>
                      <a:pt x="3150" y="4211"/>
                    </a:lnTo>
                    <a:cubicBezTo>
                      <a:pt x="3150" y="4211"/>
                      <a:pt x="3667" y="2534"/>
                      <a:pt x="3953" y="1427"/>
                    </a:cubicBezTo>
                    <a:cubicBezTo>
                      <a:pt x="3962" y="1383"/>
                      <a:pt x="3980" y="1329"/>
                      <a:pt x="3989" y="1285"/>
                    </a:cubicBezTo>
                    <a:cubicBezTo>
                      <a:pt x="4265" y="187"/>
                      <a:pt x="3641" y="170"/>
                      <a:pt x="3641" y="170"/>
                    </a:cubicBezTo>
                    <a:lnTo>
                      <a:pt x="3516" y="161"/>
                    </a:lnTo>
                    <a:lnTo>
                      <a:pt x="2927" y="125"/>
                    </a:lnTo>
                    <a:cubicBezTo>
                      <a:pt x="2927" y="125"/>
                      <a:pt x="1937" y="27"/>
                      <a:pt x="15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0">
                <a:extLst>
                  <a:ext uri="{FF2B5EF4-FFF2-40B4-BE49-F238E27FC236}">
                    <a16:creationId xmlns:a16="http://schemas.microsoft.com/office/drawing/2014/main" id="{95990147-0E81-1327-4530-9905800BD4F1}"/>
                  </a:ext>
                </a:extLst>
              </p:cNvPr>
              <p:cNvSpPr/>
              <p:nvPr/>
            </p:nvSpPr>
            <p:spPr>
              <a:xfrm>
                <a:off x="1653335" y="682864"/>
                <a:ext cx="140535" cy="49529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1261" extrusionOk="0">
                    <a:moveTo>
                      <a:pt x="482" y="1"/>
                    </a:moveTo>
                    <a:cubicBezTo>
                      <a:pt x="388" y="1"/>
                      <a:pt x="139" y="30"/>
                      <a:pt x="81" y="333"/>
                    </a:cubicBezTo>
                    <a:cubicBezTo>
                      <a:pt x="1" y="707"/>
                      <a:pt x="108" y="895"/>
                      <a:pt x="911" y="966"/>
                    </a:cubicBezTo>
                    <a:cubicBezTo>
                      <a:pt x="1722" y="1046"/>
                      <a:pt x="3061" y="1260"/>
                      <a:pt x="3061" y="1260"/>
                    </a:cubicBezTo>
                    <a:cubicBezTo>
                      <a:pt x="3061" y="1260"/>
                      <a:pt x="3578" y="1225"/>
                      <a:pt x="3578" y="627"/>
                    </a:cubicBezTo>
                    <a:cubicBezTo>
                      <a:pt x="3578" y="154"/>
                      <a:pt x="3212" y="154"/>
                      <a:pt x="3212" y="154"/>
                    </a:cubicBezTo>
                    <a:lnTo>
                      <a:pt x="518" y="2"/>
                    </a:lnTo>
                    <a:cubicBezTo>
                      <a:pt x="518" y="2"/>
                      <a:pt x="505" y="1"/>
                      <a:pt x="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0">
                <a:extLst>
                  <a:ext uri="{FF2B5EF4-FFF2-40B4-BE49-F238E27FC236}">
                    <a16:creationId xmlns:a16="http://schemas.microsoft.com/office/drawing/2014/main" id="{E2DFEB22-3351-4534-6BC3-18E6217FC6F4}"/>
                  </a:ext>
                </a:extLst>
              </p:cNvPr>
              <p:cNvSpPr/>
              <p:nvPr/>
            </p:nvSpPr>
            <p:spPr>
              <a:xfrm>
                <a:off x="1771322" y="554548"/>
                <a:ext cx="103850" cy="114258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909" extrusionOk="0">
                    <a:moveTo>
                      <a:pt x="1656" y="0"/>
                    </a:moveTo>
                    <a:cubicBezTo>
                      <a:pt x="1523" y="0"/>
                      <a:pt x="1374" y="20"/>
                      <a:pt x="1207" y="67"/>
                    </a:cubicBezTo>
                    <a:cubicBezTo>
                      <a:pt x="1207" y="67"/>
                      <a:pt x="984" y="156"/>
                      <a:pt x="743" y="415"/>
                    </a:cubicBezTo>
                    <a:cubicBezTo>
                      <a:pt x="619" y="540"/>
                      <a:pt x="494" y="709"/>
                      <a:pt x="387" y="932"/>
                    </a:cubicBezTo>
                    <a:cubicBezTo>
                      <a:pt x="297" y="1119"/>
                      <a:pt x="217" y="1343"/>
                      <a:pt x="164" y="1601"/>
                    </a:cubicBezTo>
                    <a:cubicBezTo>
                      <a:pt x="0" y="2507"/>
                      <a:pt x="92" y="2909"/>
                      <a:pt x="688" y="2909"/>
                    </a:cubicBezTo>
                    <a:cubicBezTo>
                      <a:pt x="873" y="2909"/>
                      <a:pt x="1106" y="2870"/>
                      <a:pt x="1395" y="2797"/>
                    </a:cubicBezTo>
                    <a:cubicBezTo>
                      <a:pt x="2617" y="2484"/>
                      <a:pt x="2644" y="691"/>
                      <a:pt x="2644" y="691"/>
                    </a:cubicBezTo>
                    <a:cubicBezTo>
                      <a:pt x="2644" y="691"/>
                      <a:pt x="2435" y="0"/>
                      <a:pt x="1656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0">
                <a:extLst>
                  <a:ext uri="{FF2B5EF4-FFF2-40B4-BE49-F238E27FC236}">
                    <a16:creationId xmlns:a16="http://schemas.microsoft.com/office/drawing/2014/main" id="{AF7EBD8E-6D6D-41A0-43BB-32B06EA927B4}"/>
                  </a:ext>
                </a:extLst>
              </p:cNvPr>
              <p:cNvSpPr/>
              <p:nvPr/>
            </p:nvSpPr>
            <p:spPr>
              <a:xfrm>
                <a:off x="1786483" y="570298"/>
                <a:ext cx="50511" cy="24666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628" extrusionOk="0">
                    <a:moveTo>
                      <a:pt x="537" y="0"/>
                    </a:moveTo>
                    <a:cubicBezTo>
                      <a:pt x="475" y="0"/>
                      <a:pt x="415" y="4"/>
                      <a:pt x="357" y="14"/>
                    </a:cubicBezTo>
                    <a:cubicBezTo>
                      <a:pt x="233" y="139"/>
                      <a:pt x="108" y="308"/>
                      <a:pt x="1" y="531"/>
                    </a:cubicBezTo>
                    <a:cubicBezTo>
                      <a:pt x="134" y="566"/>
                      <a:pt x="393" y="628"/>
                      <a:pt x="638" y="628"/>
                    </a:cubicBezTo>
                    <a:cubicBezTo>
                      <a:pt x="837" y="628"/>
                      <a:pt x="1026" y="587"/>
                      <a:pt x="1134" y="460"/>
                    </a:cubicBezTo>
                    <a:cubicBezTo>
                      <a:pt x="1134" y="460"/>
                      <a:pt x="1276" y="344"/>
                      <a:pt x="1285" y="130"/>
                    </a:cubicBezTo>
                    <a:cubicBezTo>
                      <a:pt x="1285" y="130"/>
                      <a:pt x="891" y="0"/>
                      <a:pt x="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0">
                <a:extLst>
                  <a:ext uri="{FF2B5EF4-FFF2-40B4-BE49-F238E27FC236}">
                    <a16:creationId xmlns:a16="http://schemas.microsoft.com/office/drawing/2014/main" id="{23E0016A-1569-CD9E-27C3-EC3387FF8DD6}"/>
                  </a:ext>
                </a:extLst>
              </p:cNvPr>
              <p:cNvSpPr/>
              <p:nvPr/>
            </p:nvSpPr>
            <p:spPr>
              <a:xfrm>
                <a:off x="1772107" y="547832"/>
                <a:ext cx="116026" cy="12344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3143" extrusionOk="0">
                    <a:moveTo>
                      <a:pt x="1204" y="1"/>
                    </a:moveTo>
                    <a:cubicBezTo>
                      <a:pt x="1075" y="1"/>
                      <a:pt x="947" y="13"/>
                      <a:pt x="822" y="42"/>
                    </a:cubicBezTo>
                    <a:cubicBezTo>
                      <a:pt x="563" y="95"/>
                      <a:pt x="72" y="336"/>
                      <a:pt x="37" y="639"/>
                    </a:cubicBezTo>
                    <a:cubicBezTo>
                      <a:pt x="1" y="951"/>
                      <a:pt x="563" y="1103"/>
                      <a:pt x="804" y="1139"/>
                    </a:cubicBezTo>
                    <a:cubicBezTo>
                      <a:pt x="852" y="1145"/>
                      <a:pt x="901" y="1149"/>
                      <a:pt x="951" y="1149"/>
                    </a:cubicBezTo>
                    <a:cubicBezTo>
                      <a:pt x="1167" y="1149"/>
                      <a:pt x="1385" y="1081"/>
                      <a:pt x="1509" y="907"/>
                    </a:cubicBezTo>
                    <a:lnTo>
                      <a:pt x="1509" y="907"/>
                    </a:lnTo>
                    <a:cubicBezTo>
                      <a:pt x="1384" y="1478"/>
                      <a:pt x="1339" y="2031"/>
                      <a:pt x="1366" y="2611"/>
                    </a:cubicBezTo>
                    <a:cubicBezTo>
                      <a:pt x="1375" y="2673"/>
                      <a:pt x="1339" y="3012"/>
                      <a:pt x="1384" y="3057"/>
                    </a:cubicBezTo>
                    <a:cubicBezTo>
                      <a:pt x="1419" y="3093"/>
                      <a:pt x="1517" y="3075"/>
                      <a:pt x="1562" y="3101"/>
                    </a:cubicBezTo>
                    <a:cubicBezTo>
                      <a:pt x="1626" y="3132"/>
                      <a:pt x="1689" y="3143"/>
                      <a:pt x="1753" y="3143"/>
                    </a:cubicBezTo>
                    <a:cubicBezTo>
                      <a:pt x="1860" y="3143"/>
                      <a:pt x="1968" y="3111"/>
                      <a:pt x="2079" y="3084"/>
                    </a:cubicBezTo>
                    <a:cubicBezTo>
                      <a:pt x="2160" y="3061"/>
                      <a:pt x="2245" y="3043"/>
                      <a:pt x="2334" y="3043"/>
                    </a:cubicBezTo>
                    <a:cubicBezTo>
                      <a:pt x="2423" y="3043"/>
                      <a:pt x="2517" y="3061"/>
                      <a:pt x="2615" y="3110"/>
                    </a:cubicBezTo>
                    <a:cubicBezTo>
                      <a:pt x="2625" y="3121"/>
                      <a:pt x="2642" y="3125"/>
                      <a:pt x="2657" y="3125"/>
                    </a:cubicBezTo>
                    <a:cubicBezTo>
                      <a:pt x="2668" y="3125"/>
                      <a:pt x="2679" y="3123"/>
                      <a:pt x="2686" y="3119"/>
                    </a:cubicBezTo>
                    <a:cubicBezTo>
                      <a:pt x="2740" y="3101"/>
                      <a:pt x="2766" y="3039"/>
                      <a:pt x="2775" y="2985"/>
                    </a:cubicBezTo>
                    <a:cubicBezTo>
                      <a:pt x="2891" y="2397"/>
                      <a:pt x="2954" y="1799"/>
                      <a:pt x="2945" y="1201"/>
                    </a:cubicBezTo>
                    <a:cubicBezTo>
                      <a:pt x="2945" y="969"/>
                      <a:pt x="2927" y="711"/>
                      <a:pt x="2793" y="514"/>
                    </a:cubicBezTo>
                    <a:cubicBezTo>
                      <a:pt x="2633" y="291"/>
                      <a:pt x="2347" y="193"/>
                      <a:pt x="2071" y="131"/>
                    </a:cubicBezTo>
                    <a:cubicBezTo>
                      <a:pt x="2053" y="122"/>
                      <a:pt x="2044" y="122"/>
                      <a:pt x="2026" y="122"/>
                    </a:cubicBezTo>
                    <a:cubicBezTo>
                      <a:pt x="1753" y="55"/>
                      <a:pt x="1476" y="1"/>
                      <a:pt x="12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0">
                <a:extLst>
                  <a:ext uri="{FF2B5EF4-FFF2-40B4-BE49-F238E27FC236}">
                    <a16:creationId xmlns:a16="http://schemas.microsoft.com/office/drawing/2014/main" id="{324640DE-3D35-2BA8-A622-184193C7AD68}"/>
                  </a:ext>
                </a:extLst>
              </p:cNvPr>
              <p:cNvSpPr/>
              <p:nvPr/>
            </p:nvSpPr>
            <p:spPr>
              <a:xfrm>
                <a:off x="1818375" y="607886"/>
                <a:ext cx="19325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51" extrusionOk="0">
                    <a:moveTo>
                      <a:pt x="245" y="0"/>
                    </a:moveTo>
                    <a:cubicBezTo>
                      <a:pt x="133" y="0"/>
                      <a:pt x="35" y="84"/>
                      <a:pt x="18" y="199"/>
                    </a:cubicBezTo>
                    <a:cubicBezTo>
                      <a:pt x="0" y="315"/>
                      <a:pt x="90" y="431"/>
                      <a:pt x="215" y="448"/>
                    </a:cubicBezTo>
                    <a:cubicBezTo>
                      <a:pt x="226" y="450"/>
                      <a:pt x="238" y="451"/>
                      <a:pt x="249" y="451"/>
                    </a:cubicBezTo>
                    <a:cubicBezTo>
                      <a:pt x="360" y="451"/>
                      <a:pt x="457" y="374"/>
                      <a:pt x="473" y="261"/>
                    </a:cubicBezTo>
                    <a:cubicBezTo>
                      <a:pt x="491" y="136"/>
                      <a:pt x="402" y="20"/>
                      <a:pt x="277" y="2"/>
                    </a:cubicBezTo>
                    <a:cubicBezTo>
                      <a:pt x="266" y="1"/>
                      <a:pt x="256" y="0"/>
                      <a:pt x="245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0">
                <a:extLst>
                  <a:ext uri="{FF2B5EF4-FFF2-40B4-BE49-F238E27FC236}">
                    <a16:creationId xmlns:a16="http://schemas.microsoft.com/office/drawing/2014/main" id="{7C719C12-0321-C1F5-5DCA-2135C78AFE53}"/>
                  </a:ext>
                </a:extLst>
              </p:cNvPr>
              <p:cNvSpPr/>
              <p:nvPr/>
            </p:nvSpPr>
            <p:spPr>
              <a:xfrm>
                <a:off x="1778077" y="688913"/>
                <a:ext cx="79223" cy="31933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813" extrusionOk="0">
                    <a:moveTo>
                      <a:pt x="1" y="0"/>
                    </a:moveTo>
                    <a:cubicBezTo>
                      <a:pt x="99" y="161"/>
                      <a:pt x="313" y="357"/>
                      <a:pt x="366" y="464"/>
                    </a:cubicBezTo>
                    <a:cubicBezTo>
                      <a:pt x="402" y="544"/>
                      <a:pt x="438" y="633"/>
                      <a:pt x="500" y="696"/>
                    </a:cubicBezTo>
                    <a:cubicBezTo>
                      <a:pt x="580" y="776"/>
                      <a:pt x="696" y="803"/>
                      <a:pt x="812" y="812"/>
                    </a:cubicBezTo>
                    <a:cubicBezTo>
                      <a:pt x="824" y="812"/>
                      <a:pt x="835" y="813"/>
                      <a:pt x="847" y="813"/>
                    </a:cubicBezTo>
                    <a:cubicBezTo>
                      <a:pt x="1084" y="813"/>
                      <a:pt x="1312" y="725"/>
                      <a:pt x="1508" y="598"/>
                    </a:cubicBezTo>
                    <a:cubicBezTo>
                      <a:pt x="1696" y="473"/>
                      <a:pt x="1856" y="321"/>
                      <a:pt x="2017" y="161"/>
                    </a:cubicBezTo>
                    <a:lnTo>
                      <a:pt x="1428" y="125"/>
                    </a:lnTo>
                    <a:cubicBezTo>
                      <a:pt x="1428" y="125"/>
                      <a:pt x="438" y="27"/>
                      <a:pt x="63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0">
                <a:extLst>
                  <a:ext uri="{FF2B5EF4-FFF2-40B4-BE49-F238E27FC236}">
                    <a16:creationId xmlns:a16="http://schemas.microsoft.com/office/drawing/2014/main" id="{D4925A3F-4518-3BD9-ACA7-F17D0A61C49B}"/>
                  </a:ext>
                </a:extLst>
              </p:cNvPr>
              <p:cNvSpPr/>
              <p:nvPr/>
            </p:nvSpPr>
            <p:spPr>
              <a:xfrm>
                <a:off x="1684521" y="570063"/>
                <a:ext cx="3157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485" extrusionOk="0">
                    <a:moveTo>
                      <a:pt x="284" y="0"/>
                    </a:moveTo>
                    <a:cubicBezTo>
                      <a:pt x="273" y="0"/>
                      <a:pt x="262" y="1"/>
                      <a:pt x="250" y="2"/>
                    </a:cubicBezTo>
                    <a:cubicBezTo>
                      <a:pt x="179" y="2"/>
                      <a:pt x="99" y="29"/>
                      <a:pt x="54" y="82"/>
                    </a:cubicBezTo>
                    <a:cubicBezTo>
                      <a:pt x="10" y="145"/>
                      <a:pt x="1" y="234"/>
                      <a:pt x="54" y="287"/>
                    </a:cubicBezTo>
                    <a:cubicBezTo>
                      <a:pt x="72" y="305"/>
                      <a:pt x="99" y="323"/>
                      <a:pt x="126" y="332"/>
                    </a:cubicBezTo>
                    <a:cubicBezTo>
                      <a:pt x="179" y="368"/>
                      <a:pt x="241" y="394"/>
                      <a:pt x="295" y="421"/>
                    </a:cubicBezTo>
                    <a:cubicBezTo>
                      <a:pt x="331" y="439"/>
                      <a:pt x="366" y="457"/>
                      <a:pt x="402" y="475"/>
                    </a:cubicBezTo>
                    <a:cubicBezTo>
                      <a:pt x="428" y="482"/>
                      <a:pt x="456" y="485"/>
                      <a:pt x="485" y="485"/>
                    </a:cubicBezTo>
                    <a:cubicBezTo>
                      <a:pt x="523" y="485"/>
                      <a:pt x="562" y="480"/>
                      <a:pt x="598" y="475"/>
                    </a:cubicBezTo>
                    <a:cubicBezTo>
                      <a:pt x="652" y="457"/>
                      <a:pt x="705" y="439"/>
                      <a:pt x="741" y="403"/>
                    </a:cubicBezTo>
                    <a:cubicBezTo>
                      <a:pt x="795" y="341"/>
                      <a:pt x="804" y="252"/>
                      <a:pt x="804" y="162"/>
                    </a:cubicBezTo>
                    <a:cubicBezTo>
                      <a:pt x="804" y="145"/>
                      <a:pt x="804" y="127"/>
                      <a:pt x="795" y="109"/>
                    </a:cubicBezTo>
                    <a:cubicBezTo>
                      <a:pt x="786" y="82"/>
                      <a:pt x="768" y="73"/>
                      <a:pt x="741" y="64"/>
                    </a:cubicBezTo>
                    <a:cubicBezTo>
                      <a:pt x="652" y="29"/>
                      <a:pt x="572" y="38"/>
                      <a:pt x="473" y="29"/>
                    </a:cubicBezTo>
                    <a:cubicBezTo>
                      <a:pt x="412" y="21"/>
                      <a:pt x="351" y="0"/>
                      <a:pt x="284" y="0"/>
                    </a:cubicBez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0">
                <a:extLst>
                  <a:ext uri="{FF2B5EF4-FFF2-40B4-BE49-F238E27FC236}">
                    <a16:creationId xmlns:a16="http://schemas.microsoft.com/office/drawing/2014/main" id="{FC6D490B-A419-4E72-BEED-EBAF1200918A}"/>
                  </a:ext>
                </a:extLst>
              </p:cNvPr>
              <p:cNvSpPr/>
              <p:nvPr/>
            </p:nvSpPr>
            <p:spPr>
              <a:xfrm>
                <a:off x="1824109" y="852539"/>
                <a:ext cx="58759" cy="37549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56" extrusionOk="0">
                    <a:moveTo>
                      <a:pt x="1086" y="0"/>
                    </a:moveTo>
                    <a:lnTo>
                      <a:pt x="863" y="286"/>
                    </a:lnTo>
                    <a:cubicBezTo>
                      <a:pt x="863" y="286"/>
                      <a:pt x="643" y="226"/>
                      <a:pt x="432" y="226"/>
                    </a:cubicBezTo>
                    <a:cubicBezTo>
                      <a:pt x="253" y="226"/>
                      <a:pt x="79" y="269"/>
                      <a:pt x="51" y="428"/>
                    </a:cubicBezTo>
                    <a:cubicBezTo>
                      <a:pt x="0" y="709"/>
                      <a:pt x="148" y="955"/>
                      <a:pt x="366" y="955"/>
                    </a:cubicBezTo>
                    <a:cubicBezTo>
                      <a:pt x="418" y="955"/>
                      <a:pt x="474" y="941"/>
                      <a:pt x="532" y="910"/>
                    </a:cubicBezTo>
                    <a:cubicBezTo>
                      <a:pt x="808" y="764"/>
                      <a:pt x="877" y="722"/>
                      <a:pt x="1041" y="722"/>
                    </a:cubicBezTo>
                    <a:cubicBezTo>
                      <a:pt x="1058" y="722"/>
                      <a:pt x="1076" y="722"/>
                      <a:pt x="1094" y="723"/>
                    </a:cubicBezTo>
                    <a:cubicBezTo>
                      <a:pt x="1096" y="723"/>
                      <a:pt x="1098" y="723"/>
                      <a:pt x="1100" y="723"/>
                    </a:cubicBezTo>
                    <a:cubicBezTo>
                      <a:pt x="1295" y="723"/>
                      <a:pt x="1496" y="295"/>
                      <a:pt x="1496" y="295"/>
                    </a:cubicBezTo>
                    <a:lnTo>
                      <a:pt x="1086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0">
                <a:extLst>
                  <a:ext uri="{FF2B5EF4-FFF2-40B4-BE49-F238E27FC236}">
                    <a16:creationId xmlns:a16="http://schemas.microsoft.com/office/drawing/2014/main" id="{F095B66A-48BF-9A05-EF5B-D9EE38346CF0}"/>
                  </a:ext>
                </a:extLst>
              </p:cNvPr>
              <p:cNvSpPr/>
              <p:nvPr/>
            </p:nvSpPr>
            <p:spPr>
              <a:xfrm>
                <a:off x="1827487" y="695904"/>
                <a:ext cx="139160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4622" extrusionOk="0">
                    <a:moveTo>
                      <a:pt x="877" y="0"/>
                    </a:moveTo>
                    <a:cubicBezTo>
                      <a:pt x="601" y="0"/>
                      <a:pt x="455" y="313"/>
                      <a:pt x="455" y="313"/>
                    </a:cubicBezTo>
                    <a:cubicBezTo>
                      <a:pt x="0" y="857"/>
                      <a:pt x="545" y="1223"/>
                      <a:pt x="545" y="1223"/>
                    </a:cubicBezTo>
                    <a:lnTo>
                      <a:pt x="2133" y="2311"/>
                    </a:lnTo>
                    <a:lnTo>
                      <a:pt x="803" y="4184"/>
                    </a:lnTo>
                    <a:lnTo>
                      <a:pt x="1223" y="4622"/>
                    </a:lnTo>
                    <a:cubicBezTo>
                      <a:pt x="1223" y="4622"/>
                      <a:pt x="2427" y="3230"/>
                      <a:pt x="2989" y="2686"/>
                    </a:cubicBezTo>
                    <a:cubicBezTo>
                      <a:pt x="3542" y="2150"/>
                      <a:pt x="3194" y="1847"/>
                      <a:pt x="3194" y="1847"/>
                    </a:cubicBezTo>
                    <a:cubicBezTo>
                      <a:pt x="3194" y="1847"/>
                      <a:pt x="1642" y="438"/>
                      <a:pt x="1169" y="108"/>
                    </a:cubicBezTo>
                    <a:cubicBezTo>
                      <a:pt x="1060" y="30"/>
                      <a:pt x="962" y="0"/>
                      <a:pt x="8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0">
                <a:extLst>
                  <a:ext uri="{FF2B5EF4-FFF2-40B4-BE49-F238E27FC236}">
                    <a16:creationId xmlns:a16="http://schemas.microsoft.com/office/drawing/2014/main" id="{21051344-34A6-EB2D-B3EC-61FB600FFC68}"/>
                  </a:ext>
                </a:extLst>
              </p:cNvPr>
              <p:cNvSpPr/>
              <p:nvPr/>
            </p:nvSpPr>
            <p:spPr>
              <a:xfrm>
                <a:off x="1706241" y="1292945"/>
                <a:ext cx="89710" cy="5546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412" extrusionOk="0">
                    <a:moveTo>
                      <a:pt x="1517" y="1"/>
                    </a:moveTo>
                    <a:cubicBezTo>
                      <a:pt x="1517" y="1"/>
                      <a:pt x="1508" y="188"/>
                      <a:pt x="1535" y="402"/>
                    </a:cubicBezTo>
                    <a:cubicBezTo>
                      <a:pt x="1580" y="706"/>
                      <a:pt x="1437" y="768"/>
                      <a:pt x="1437" y="768"/>
                    </a:cubicBezTo>
                    <a:cubicBezTo>
                      <a:pt x="1437" y="768"/>
                      <a:pt x="1044" y="884"/>
                      <a:pt x="697" y="1009"/>
                    </a:cubicBezTo>
                    <a:cubicBezTo>
                      <a:pt x="491" y="1089"/>
                      <a:pt x="295" y="1161"/>
                      <a:pt x="215" y="1214"/>
                    </a:cubicBezTo>
                    <a:cubicBezTo>
                      <a:pt x="1" y="1339"/>
                      <a:pt x="215" y="1410"/>
                      <a:pt x="215" y="1410"/>
                    </a:cubicBezTo>
                    <a:cubicBezTo>
                      <a:pt x="215" y="1410"/>
                      <a:pt x="802" y="1402"/>
                      <a:pt x="1304" y="1402"/>
                    </a:cubicBezTo>
                    <a:cubicBezTo>
                      <a:pt x="1555" y="1402"/>
                      <a:pt x="1785" y="1404"/>
                      <a:pt x="1910" y="1410"/>
                    </a:cubicBezTo>
                    <a:cubicBezTo>
                      <a:pt x="1919" y="1411"/>
                      <a:pt x="1927" y="1411"/>
                      <a:pt x="1935" y="1411"/>
                    </a:cubicBezTo>
                    <a:cubicBezTo>
                      <a:pt x="2284" y="1411"/>
                      <a:pt x="2267" y="1054"/>
                      <a:pt x="2267" y="1054"/>
                    </a:cubicBezTo>
                    <a:lnTo>
                      <a:pt x="2267" y="108"/>
                    </a:lnTo>
                    <a:lnTo>
                      <a:pt x="1517" y="1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0">
                <a:extLst>
                  <a:ext uri="{FF2B5EF4-FFF2-40B4-BE49-F238E27FC236}">
                    <a16:creationId xmlns:a16="http://schemas.microsoft.com/office/drawing/2014/main" id="{43910A66-BFD8-CD84-C64F-B47F98C4B137}"/>
                  </a:ext>
                </a:extLst>
              </p:cNvPr>
              <p:cNvSpPr/>
              <p:nvPr/>
            </p:nvSpPr>
            <p:spPr>
              <a:xfrm>
                <a:off x="1706241" y="1330454"/>
                <a:ext cx="89710" cy="1795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457" extrusionOk="0">
                    <a:moveTo>
                      <a:pt x="2267" y="0"/>
                    </a:moveTo>
                    <a:cubicBezTo>
                      <a:pt x="2240" y="0"/>
                      <a:pt x="2204" y="0"/>
                      <a:pt x="2177" y="9"/>
                    </a:cubicBezTo>
                    <a:cubicBezTo>
                      <a:pt x="2070" y="18"/>
                      <a:pt x="1981" y="63"/>
                      <a:pt x="1883" y="107"/>
                    </a:cubicBezTo>
                    <a:cubicBezTo>
                      <a:pt x="1627" y="201"/>
                      <a:pt x="1353" y="251"/>
                      <a:pt x="1080" y="251"/>
                    </a:cubicBezTo>
                    <a:cubicBezTo>
                      <a:pt x="963" y="251"/>
                      <a:pt x="847" y="242"/>
                      <a:pt x="732" y="223"/>
                    </a:cubicBezTo>
                    <a:cubicBezTo>
                      <a:pt x="697" y="215"/>
                      <a:pt x="652" y="206"/>
                      <a:pt x="643" y="170"/>
                    </a:cubicBezTo>
                    <a:cubicBezTo>
                      <a:pt x="634" y="143"/>
                      <a:pt x="652" y="116"/>
                      <a:pt x="670" y="99"/>
                    </a:cubicBezTo>
                    <a:cubicBezTo>
                      <a:pt x="679" y="81"/>
                      <a:pt x="688" y="72"/>
                      <a:pt x="697" y="54"/>
                    </a:cubicBezTo>
                    <a:lnTo>
                      <a:pt x="697" y="54"/>
                    </a:lnTo>
                    <a:cubicBezTo>
                      <a:pt x="491" y="134"/>
                      <a:pt x="295" y="206"/>
                      <a:pt x="215" y="259"/>
                    </a:cubicBezTo>
                    <a:cubicBezTo>
                      <a:pt x="1" y="384"/>
                      <a:pt x="215" y="455"/>
                      <a:pt x="215" y="455"/>
                    </a:cubicBezTo>
                    <a:cubicBezTo>
                      <a:pt x="215" y="455"/>
                      <a:pt x="802" y="447"/>
                      <a:pt x="1304" y="447"/>
                    </a:cubicBezTo>
                    <a:cubicBezTo>
                      <a:pt x="1555" y="447"/>
                      <a:pt x="1785" y="449"/>
                      <a:pt x="1910" y="455"/>
                    </a:cubicBezTo>
                    <a:cubicBezTo>
                      <a:pt x="1919" y="456"/>
                      <a:pt x="1927" y="456"/>
                      <a:pt x="1935" y="456"/>
                    </a:cubicBezTo>
                    <a:cubicBezTo>
                      <a:pt x="2284" y="456"/>
                      <a:pt x="2267" y="99"/>
                      <a:pt x="2267" y="99"/>
                    </a:cubicBezTo>
                    <a:lnTo>
                      <a:pt x="22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0">
                <a:extLst>
                  <a:ext uri="{FF2B5EF4-FFF2-40B4-BE49-F238E27FC236}">
                    <a16:creationId xmlns:a16="http://schemas.microsoft.com/office/drawing/2014/main" id="{C628C468-941B-8A1F-3529-791952FC5F00}"/>
                  </a:ext>
                </a:extLst>
              </p:cNvPr>
              <p:cNvSpPr/>
              <p:nvPr/>
            </p:nvSpPr>
            <p:spPr>
              <a:xfrm>
                <a:off x="1860401" y="1304178"/>
                <a:ext cx="86607" cy="7187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830" extrusionOk="0">
                    <a:moveTo>
                      <a:pt x="1821" y="0"/>
                    </a:moveTo>
                    <a:lnTo>
                      <a:pt x="1196" y="27"/>
                    </a:lnTo>
                    <a:cubicBezTo>
                      <a:pt x="1196" y="27"/>
                      <a:pt x="1259" y="250"/>
                      <a:pt x="1312" y="464"/>
                    </a:cubicBezTo>
                    <a:cubicBezTo>
                      <a:pt x="1348" y="616"/>
                      <a:pt x="1277" y="768"/>
                      <a:pt x="1232" y="839"/>
                    </a:cubicBezTo>
                    <a:cubicBezTo>
                      <a:pt x="1223" y="857"/>
                      <a:pt x="1205" y="875"/>
                      <a:pt x="1179" y="884"/>
                    </a:cubicBezTo>
                    <a:cubicBezTo>
                      <a:pt x="1089" y="946"/>
                      <a:pt x="822" y="1133"/>
                      <a:pt x="572" y="1312"/>
                    </a:cubicBezTo>
                    <a:cubicBezTo>
                      <a:pt x="394" y="1446"/>
                      <a:pt x="233" y="1570"/>
                      <a:pt x="170" y="1642"/>
                    </a:cubicBezTo>
                    <a:cubicBezTo>
                      <a:pt x="1" y="1820"/>
                      <a:pt x="224" y="1829"/>
                      <a:pt x="224" y="1829"/>
                    </a:cubicBezTo>
                    <a:cubicBezTo>
                      <a:pt x="224" y="1829"/>
                      <a:pt x="1482" y="1446"/>
                      <a:pt x="1848" y="1356"/>
                    </a:cubicBezTo>
                    <a:cubicBezTo>
                      <a:pt x="2204" y="1258"/>
                      <a:pt x="2089" y="901"/>
                      <a:pt x="2089" y="901"/>
                    </a:cubicBezTo>
                    <a:lnTo>
                      <a:pt x="182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0">
                <a:extLst>
                  <a:ext uri="{FF2B5EF4-FFF2-40B4-BE49-F238E27FC236}">
                    <a16:creationId xmlns:a16="http://schemas.microsoft.com/office/drawing/2014/main" id="{3F5B6F90-21D3-B611-46DF-7D2BA68108E8}"/>
                  </a:ext>
                </a:extLst>
              </p:cNvPr>
              <p:cNvSpPr/>
              <p:nvPr/>
            </p:nvSpPr>
            <p:spPr>
              <a:xfrm>
                <a:off x="1860401" y="1336071"/>
                <a:ext cx="86607" cy="39984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018" extrusionOk="0">
                    <a:moveTo>
                      <a:pt x="2062" y="0"/>
                    </a:moveTo>
                    <a:cubicBezTo>
                      <a:pt x="2035" y="9"/>
                      <a:pt x="1999" y="18"/>
                      <a:pt x="1973" y="36"/>
                    </a:cubicBezTo>
                    <a:cubicBezTo>
                      <a:pt x="1883" y="80"/>
                      <a:pt x="1803" y="152"/>
                      <a:pt x="1714" y="214"/>
                    </a:cubicBezTo>
                    <a:cubicBezTo>
                      <a:pt x="1411" y="455"/>
                      <a:pt x="1036" y="607"/>
                      <a:pt x="643" y="651"/>
                    </a:cubicBezTo>
                    <a:cubicBezTo>
                      <a:pt x="608" y="651"/>
                      <a:pt x="572" y="651"/>
                      <a:pt x="554" y="625"/>
                    </a:cubicBezTo>
                    <a:cubicBezTo>
                      <a:pt x="536" y="598"/>
                      <a:pt x="545" y="571"/>
                      <a:pt x="554" y="544"/>
                    </a:cubicBezTo>
                    <a:cubicBezTo>
                      <a:pt x="554" y="535"/>
                      <a:pt x="563" y="518"/>
                      <a:pt x="572" y="500"/>
                    </a:cubicBezTo>
                    <a:lnTo>
                      <a:pt x="572" y="500"/>
                    </a:lnTo>
                    <a:cubicBezTo>
                      <a:pt x="394" y="634"/>
                      <a:pt x="233" y="758"/>
                      <a:pt x="170" y="830"/>
                    </a:cubicBezTo>
                    <a:cubicBezTo>
                      <a:pt x="1" y="1008"/>
                      <a:pt x="224" y="1017"/>
                      <a:pt x="224" y="1017"/>
                    </a:cubicBezTo>
                    <a:cubicBezTo>
                      <a:pt x="224" y="1017"/>
                      <a:pt x="1482" y="634"/>
                      <a:pt x="1848" y="544"/>
                    </a:cubicBezTo>
                    <a:cubicBezTo>
                      <a:pt x="2204" y="446"/>
                      <a:pt x="2089" y="89"/>
                      <a:pt x="2089" y="89"/>
                    </a:cubicBezTo>
                    <a:lnTo>
                      <a:pt x="206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8" name="Google Shape;418;p30">
            <a:extLst>
              <a:ext uri="{FF2B5EF4-FFF2-40B4-BE49-F238E27FC236}">
                <a16:creationId xmlns:a16="http://schemas.microsoft.com/office/drawing/2014/main" id="{4039DB37-2981-5C38-4472-CCA0DE2689C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11869" y="2709510"/>
            <a:ext cx="3687543" cy="1943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IAS - </a:t>
            </a:r>
            <a:r>
              <a:rPr lang="en-PH" sz="3600" b="1" dirty="0">
                <a:effectLst/>
                <a:ea typeface="Times New Roman" panose="02020603050405020304" pitchFamily="18" charset="0"/>
              </a:rPr>
              <a:t>Client Satisfaction Evaluation and Management System </a:t>
            </a:r>
            <a:r>
              <a:rPr lang="en" sz="3600" dirty="0">
                <a:solidFill>
                  <a:schemeClr val="accent1"/>
                </a:solidFill>
              </a:rPr>
              <a:t>(CSEMS)</a:t>
            </a:r>
            <a:br>
              <a:rPr lang="en" sz="3600" dirty="0">
                <a:solidFill>
                  <a:schemeClr val="accent1"/>
                </a:solidFill>
                <a:latin typeface="Signika"/>
              </a:rPr>
            </a:br>
            <a:br>
              <a:rPr lang="en" sz="3600" dirty="0">
                <a:solidFill>
                  <a:schemeClr val="tx1"/>
                </a:solidFill>
              </a:rPr>
            </a:br>
            <a:r>
              <a:rPr lang="en" sz="1600" dirty="0">
                <a:solidFill>
                  <a:schemeClr val="tx1"/>
                </a:solidFill>
              </a:rPr>
              <a:t>Prepared By: </a:t>
            </a:r>
            <a:br>
              <a:rPr lang="en" sz="1600" dirty="0">
                <a:solidFill>
                  <a:schemeClr val="tx1"/>
                </a:solidFill>
              </a:rPr>
            </a:br>
            <a:r>
              <a:rPr lang="en" sz="1600" dirty="0">
                <a:solidFill>
                  <a:schemeClr val="tx1"/>
                </a:solidFill>
              </a:rPr>
              <a:t>	Team Richard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20" name="Google Shape;420;p30">
            <a:extLst>
              <a:ext uri="{FF2B5EF4-FFF2-40B4-BE49-F238E27FC236}">
                <a16:creationId xmlns:a16="http://schemas.microsoft.com/office/drawing/2014/main" id="{F8C41BB8-CAC9-1CE2-6013-AD85E8E0674B}"/>
              </a:ext>
            </a:extLst>
          </p:cNvPr>
          <p:cNvSpPr/>
          <p:nvPr/>
        </p:nvSpPr>
        <p:spPr>
          <a:xfrm>
            <a:off x="3927269" y="1315457"/>
            <a:ext cx="203697" cy="202300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">
            <a:extLst>
              <a:ext uri="{FF2B5EF4-FFF2-40B4-BE49-F238E27FC236}">
                <a16:creationId xmlns:a16="http://schemas.microsoft.com/office/drawing/2014/main" id="{BEC94A4E-99DC-C7DB-CB93-5360171BC19B}"/>
              </a:ext>
            </a:extLst>
          </p:cNvPr>
          <p:cNvSpPr/>
          <p:nvPr/>
        </p:nvSpPr>
        <p:spPr>
          <a:xfrm>
            <a:off x="1171519" y="811857"/>
            <a:ext cx="203697" cy="202300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26;p31">
            <a:extLst>
              <a:ext uri="{FF2B5EF4-FFF2-40B4-BE49-F238E27FC236}">
                <a16:creationId xmlns:a16="http://schemas.microsoft.com/office/drawing/2014/main" id="{0600746F-9F31-C1C9-51B3-10D6A529EAB3}"/>
              </a:ext>
            </a:extLst>
          </p:cNvPr>
          <p:cNvSpPr txBox="1">
            <a:spLocks/>
          </p:cNvSpPr>
          <p:nvPr/>
        </p:nvSpPr>
        <p:spPr>
          <a:xfrm>
            <a:off x="720000" y="871009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ctr"/>
            <a:r>
              <a:rPr lang="en-PH" sz="7200" dirty="0"/>
              <a:t>INTRODUCTION</a:t>
            </a:r>
            <a:endParaRPr lang="en-PH" sz="7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012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4D216201-3891-9A48-7B5A-E07C34C4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>
            <a:extLst>
              <a:ext uri="{FF2B5EF4-FFF2-40B4-BE49-F238E27FC236}">
                <a16:creationId xmlns:a16="http://schemas.microsoft.com/office/drawing/2014/main" id="{B7401E19-53D3-0FF3-12CC-A441BE790A02}"/>
              </a:ext>
            </a:extLst>
          </p:cNvPr>
          <p:cNvSpPr/>
          <p:nvPr/>
        </p:nvSpPr>
        <p:spPr>
          <a:xfrm>
            <a:off x="266350" y="-3782850"/>
            <a:ext cx="604483" cy="151436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42B668B6-8DC8-C24E-5EC2-05ACE49B706C}"/>
              </a:ext>
            </a:extLst>
          </p:cNvPr>
          <p:cNvSpPr/>
          <p:nvPr/>
        </p:nvSpPr>
        <p:spPr>
          <a:xfrm flipH="1">
            <a:off x="3726885" y="-3822750"/>
            <a:ext cx="604473" cy="1514360"/>
          </a:xfrm>
          <a:custGeom>
            <a:avLst/>
            <a:gdLst/>
            <a:ahLst/>
            <a:cxnLst/>
            <a:rect l="l" t="t" r="r" b="b"/>
            <a:pathLst>
              <a:path w="4060" h="10171" extrusionOk="0">
                <a:moveTo>
                  <a:pt x="411" y="1"/>
                </a:moveTo>
                <a:cubicBezTo>
                  <a:pt x="411" y="1"/>
                  <a:pt x="357" y="1490"/>
                  <a:pt x="1624" y="1936"/>
                </a:cubicBezTo>
                <a:cubicBezTo>
                  <a:pt x="1722" y="2231"/>
                  <a:pt x="1954" y="2971"/>
                  <a:pt x="2159" y="3899"/>
                </a:cubicBezTo>
                <a:cubicBezTo>
                  <a:pt x="1948" y="3661"/>
                  <a:pt x="1374" y="3106"/>
                  <a:pt x="677" y="3106"/>
                </a:cubicBezTo>
                <a:cubicBezTo>
                  <a:pt x="461" y="3106"/>
                  <a:pt x="233" y="3159"/>
                  <a:pt x="0" y="3292"/>
                </a:cubicBezTo>
                <a:cubicBezTo>
                  <a:pt x="0" y="3292"/>
                  <a:pt x="629" y="4145"/>
                  <a:pt x="1590" y="4145"/>
                </a:cubicBezTo>
                <a:cubicBezTo>
                  <a:pt x="1780" y="4145"/>
                  <a:pt x="1982" y="4112"/>
                  <a:pt x="2195" y="4033"/>
                </a:cubicBezTo>
                <a:cubicBezTo>
                  <a:pt x="2364" y="4836"/>
                  <a:pt x="2525" y="5755"/>
                  <a:pt x="2570" y="6647"/>
                </a:cubicBezTo>
                <a:cubicBezTo>
                  <a:pt x="2419" y="6377"/>
                  <a:pt x="2105" y="5958"/>
                  <a:pt x="1603" y="5958"/>
                </a:cubicBezTo>
                <a:cubicBezTo>
                  <a:pt x="1541" y="5958"/>
                  <a:pt x="1477" y="5964"/>
                  <a:pt x="1410" y="5978"/>
                </a:cubicBezTo>
                <a:cubicBezTo>
                  <a:pt x="1410" y="5978"/>
                  <a:pt x="1713" y="6888"/>
                  <a:pt x="2579" y="6888"/>
                </a:cubicBezTo>
                <a:cubicBezTo>
                  <a:pt x="2579" y="7030"/>
                  <a:pt x="2579" y="7164"/>
                  <a:pt x="2579" y="7307"/>
                </a:cubicBezTo>
                <a:lnTo>
                  <a:pt x="1205" y="7307"/>
                </a:lnTo>
                <a:lnTo>
                  <a:pt x="1205" y="9823"/>
                </a:lnTo>
                <a:cubicBezTo>
                  <a:pt x="1205" y="10010"/>
                  <a:pt x="1365" y="10171"/>
                  <a:pt x="1553" y="10171"/>
                </a:cubicBezTo>
                <a:lnTo>
                  <a:pt x="3524" y="10171"/>
                </a:lnTo>
                <a:cubicBezTo>
                  <a:pt x="3720" y="10171"/>
                  <a:pt x="3881" y="10010"/>
                  <a:pt x="3881" y="9823"/>
                </a:cubicBezTo>
                <a:lnTo>
                  <a:pt x="3881" y="7307"/>
                </a:lnTo>
                <a:lnTo>
                  <a:pt x="2677" y="7307"/>
                </a:lnTo>
                <a:cubicBezTo>
                  <a:pt x="2677" y="7164"/>
                  <a:pt x="2677" y="7021"/>
                  <a:pt x="2668" y="6888"/>
                </a:cubicBezTo>
                <a:lnTo>
                  <a:pt x="2677" y="6888"/>
                </a:lnTo>
                <a:cubicBezTo>
                  <a:pt x="2677" y="6888"/>
                  <a:pt x="2677" y="6879"/>
                  <a:pt x="2668" y="6870"/>
                </a:cubicBezTo>
                <a:cubicBezTo>
                  <a:pt x="2668" y="6602"/>
                  <a:pt x="2650" y="6334"/>
                  <a:pt x="2623" y="6058"/>
                </a:cubicBezTo>
                <a:cubicBezTo>
                  <a:pt x="2855" y="5969"/>
                  <a:pt x="4059" y="5433"/>
                  <a:pt x="3952" y="4149"/>
                </a:cubicBezTo>
                <a:lnTo>
                  <a:pt x="3952" y="4149"/>
                </a:lnTo>
                <a:cubicBezTo>
                  <a:pt x="3952" y="4149"/>
                  <a:pt x="2712" y="4586"/>
                  <a:pt x="2561" y="5576"/>
                </a:cubicBezTo>
                <a:cubicBezTo>
                  <a:pt x="2427" y="4532"/>
                  <a:pt x="2186" y="3533"/>
                  <a:pt x="1990" y="2820"/>
                </a:cubicBezTo>
                <a:cubicBezTo>
                  <a:pt x="2186" y="2739"/>
                  <a:pt x="2909" y="2382"/>
                  <a:pt x="2837" y="1580"/>
                </a:cubicBezTo>
                <a:lnTo>
                  <a:pt x="2837" y="1580"/>
                </a:lnTo>
                <a:cubicBezTo>
                  <a:pt x="2837" y="1580"/>
                  <a:pt x="1972" y="1883"/>
                  <a:pt x="1918" y="2579"/>
                </a:cubicBezTo>
                <a:cubicBezTo>
                  <a:pt x="1838" y="2293"/>
                  <a:pt x="1776" y="2070"/>
                  <a:pt x="1731" y="1936"/>
                </a:cubicBezTo>
                <a:cubicBezTo>
                  <a:pt x="1722" y="1687"/>
                  <a:pt x="1660" y="197"/>
                  <a:pt x="41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2A2EDE51-9D87-248B-0E2B-43FEE3E7870C}"/>
              </a:ext>
            </a:extLst>
          </p:cNvPr>
          <p:cNvSpPr/>
          <p:nvPr/>
        </p:nvSpPr>
        <p:spPr>
          <a:xfrm rot="396665">
            <a:off x="901293" y="-6007226"/>
            <a:ext cx="3242197" cy="424621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30">
            <a:extLst>
              <a:ext uri="{FF2B5EF4-FFF2-40B4-BE49-F238E27FC236}">
                <a16:creationId xmlns:a16="http://schemas.microsoft.com/office/drawing/2014/main" id="{7300BAA0-D83E-F6EB-67A4-72746BCC79A2}"/>
              </a:ext>
            </a:extLst>
          </p:cNvPr>
          <p:cNvGrpSpPr/>
          <p:nvPr/>
        </p:nvGrpSpPr>
        <p:grpSpPr>
          <a:xfrm>
            <a:off x="800874" y="-5766908"/>
            <a:ext cx="2456548" cy="3532828"/>
            <a:chOff x="3606054" y="1241599"/>
            <a:chExt cx="770899" cy="1108686"/>
          </a:xfrm>
        </p:grpSpPr>
        <p:sp>
          <p:nvSpPr>
            <p:cNvPr id="364" name="Google Shape;364;p30">
              <a:extLst>
                <a:ext uri="{FF2B5EF4-FFF2-40B4-BE49-F238E27FC236}">
                  <a16:creationId xmlns:a16="http://schemas.microsoft.com/office/drawing/2014/main" id="{7B85EBF6-A888-4481-CA63-AE6D278E82C9}"/>
                </a:ext>
              </a:extLst>
            </p:cNvPr>
            <p:cNvSpPr/>
            <p:nvPr/>
          </p:nvSpPr>
          <p:spPr>
            <a:xfrm>
              <a:off x="3606054" y="1241599"/>
              <a:ext cx="770899" cy="1108686"/>
            </a:xfrm>
            <a:custGeom>
              <a:avLst/>
              <a:gdLst/>
              <a:ahLst/>
              <a:cxnLst/>
              <a:rect l="l" t="t" r="r" b="b"/>
              <a:pathLst>
                <a:path w="19627" h="28227" extrusionOk="0">
                  <a:moveTo>
                    <a:pt x="10411" y="0"/>
                  </a:moveTo>
                  <a:cubicBezTo>
                    <a:pt x="9474" y="0"/>
                    <a:pt x="8707" y="768"/>
                    <a:pt x="8707" y="1704"/>
                  </a:cubicBezTo>
                  <a:lnTo>
                    <a:pt x="8707" y="2507"/>
                  </a:lnTo>
                  <a:lnTo>
                    <a:pt x="6325" y="2507"/>
                  </a:lnTo>
                  <a:cubicBezTo>
                    <a:pt x="6093" y="2507"/>
                    <a:pt x="5897" y="2695"/>
                    <a:pt x="5897" y="2935"/>
                  </a:cubicBezTo>
                  <a:lnTo>
                    <a:pt x="5897" y="3399"/>
                  </a:lnTo>
                  <a:lnTo>
                    <a:pt x="5540" y="3408"/>
                  </a:lnTo>
                  <a:lnTo>
                    <a:pt x="0" y="3408"/>
                  </a:lnTo>
                  <a:lnTo>
                    <a:pt x="0" y="28226"/>
                  </a:lnTo>
                  <a:lnTo>
                    <a:pt x="19626" y="28226"/>
                  </a:lnTo>
                  <a:lnTo>
                    <a:pt x="19626" y="3408"/>
                  </a:lnTo>
                  <a:lnTo>
                    <a:pt x="15041" y="3408"/>
                  </a:lnTo>
                  <a:lnTo>
                    <a:pt x="14684" y="3399"/>
                  </a:lnTo>
                  <a:lnTo>
                    <a:pt x="14684" y="2935"/>
                  </a:lnTo>
                  <a:cubicBezTo>
                    <a:pt x="14684" y="2695"/>
                    <a:pt x="14488" y="2507"/>
                    <a:pt x="14247" y="2507"/>
                  </a:cubicBezTo>
                  <a:lnTo>
                    <a:pt x="12115" y="2507"/>
                  </a:lnTo>
                  <a:lnTo>
                    <a:pt x="12115" y="1704"/>
                  </a:lnTo>
                  <a:cubicBezTo>
                    <a:pt x="12115" y="768"/>
                    <a:pt x="11348" y="0"/>
                    <a:pt x="10411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30">
              <a:extLst>
                <a:ext uri="{FF2B5EF4-FFF2-40B4-BE49-F238E27FC236}">
                  <a16:creationId xmlns:a16="http://schemas.microsoft.com/office/drawing/2014/main" id="{ADEACC0A-175C-8C4A-49DC-D10A09C5AA28}"/>
                </a:ext>
              </a:extLst>
            </p:cNvPr>
            <p:cNvGrpSpPr/>
            <p:nvPr/>
          </p:nvGrpSpPr>
          <p:grpSpPr>
            <a:xfrm>
              <a:off x="3606211" y="1241601"/>
              <a:ext cx="770585" cy="1108682"/>
              <a:chOff x="4616907" y="1475163"/>
              <a:chExt cx="770585" cy="1108682"/>
            </a:xfrm>
          </p:grpSpPr>
          <p:sp>
            <p:nvSpPr>
              <p:cNvPr id="366" name="Google Shape;366;p30">
                <a:extLst>
                  <a:ext uri="{FF2B5EF4-FFF2-40B4-BE49-F238E27FC236}">
                    <a16:creationId xmlns:a16="http://schemas.microsoft.com/office/drawing/2014/main" id="{AC4FE26B-141D-1D0A-9FE0-91492D9512DE}"/>
                  </a:ext>
                </a:extLst>
              </p:cNvPr>
              <p:cNvSpPr/>
              <p:nvPr/>
            </p:nvSpPr>
            <p:spPr>
              <a:xfrm>
                <a:off x="4616907" y="1609017"/>
                <a:ext cx="770585" cy="974828"/>
              </a:xfrm>
              <a:custGeom>
                <a:avLst/>
                <a:gdLst/>
                <a:ahLst/>
                <a:cxnLst/>
                <a:rect l="l" t="t" r="r" b="b"/>
                <a:pathLst>
                  <a:path w="19619" h="24819" extrusionOk="0">
                    <a:moveTo>
                      <a:pt x="1" y="0"/>
                    </a:moveTo>
                    <a:lnTo>
                      <a:pt x="1" y="24818"/>
                    </a:lnTo>
                    <a:lnTo>
                      <a:pt x="19618" y="24818"/>
                    </a:lnTo>
                    <a:lnTo>
                      <a:pt x="196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0">
                <a:extLst>
                  <a:ext uri="{FF2B5EF4-FFF2-40B4-BE49-F238E27FC236}">
                    <a16:creationId xmlns:a16="http://schemas.microsoft.com/office/drawing/2014/main" id="{ADDE5BB9-7D04-DA77-D0DE-EC15EA9B06DE}"/>
                  </a:ext>
                </a:extLst>
              </p:cNvPr>
              <p:cNvSpPr/>
              <p:nvPr/>
            </p:nvSpPr>
            <p:spPr>
              <a:xfrm>
                <a:off x="4660346" y="1664004"/>
                <a:ext cx="683311" cy="864458"/>
              </a:xfrm>
              <a:custGeom>
                <a:avLst/>
                <a:gdLst/>
                <a:ahLst/>
                <a:cxnLst/>
                <a:rect l="l" t="t" r="r" b="b"/>
                <a:pathLst>
                  <a:path w="17397" h="22009" extrusionOk="0">
                    <a:moveTo>
                      <a:pt x="1" y="1"/>
                    </a:moveTo>
                    <a:lnTo>
                      <a:pt x="1" y="22009"/>
                    </a:lnTo>
                    <a:lnTo>
                      <a:pt x="17397" y="22009"/>
                    </a:lnTo>
                    <a:lnTo>
                      <a:pt x="173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0">
                <a:extLst>
                  <a:ext uri="{FF2B5EF4-FFF2-40B4-BE49-F238E27FC236}">
                    <a16:creationId xmlns:a16="http://schemas.microsoft.com/office/drawing/2014/main" id="{041BA353-C06C-C1D6-DDCF-3282A0D765F9}"/>
                  </a:ext>
                </a:extLst>
              </p:cNvPr>
              <p:cNvSpPr/>
              <p:nvPr/>
            </p:nvSpPr>
            <p:spPr>
              <a:xfrm>
                <a:off x="4727273" y="1751591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197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197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0">
                <a:extLst>
                  <a:ext uri="{FF2B5EF4-FFF2-40B4-BE49-F238E27FC236}">
                    <a16:creationId xmlns:a16="http://schemas.microsoft.com/office/drawing/2014/main" id="{48B1327C-DE40-5F35-4032-6093D9A4D72E}"/>
                  </a:ext>
                </a:extLst>
              </p:cNvPr>
              <p:cNvSpPr/>
              <p:nvPr/>
            </p:nvSpPr>
            <p:spPr>
              <a:xfrm>
                <a:off x="4888818" y="1760703"/>
                <a:ext cx="37180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946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9466" y="465"/>
                    </a:lnTo>
                    <a:lnTo>
                      <a:pt x="94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0">
                <a:extLst>
                  <a:ext uri="{FF2B5EF4-FFF2-40B4-BE49-F238E27FC236}">
                    <a16:creationId xmlns:a16="http://schemas.microsoft.com/office/drawing/2014/main" id="{F7ABC5D2-1CAD-CC43-002C-77B1915121C1}"/>
                  </a:ext>
                </a:extLst>
              </p:cNvPr>
              <p:cNvSpPr/>
              <p:nvPr/>
            </p:nvSpPr>
            <p:spPr>
              <a:xfrm>
                <a:off x="4888818" y="1852885"/>
                <a:ext cx="28279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0">
                <a:extLst>
                  <a:ext uri="{FF2B5EF4-FFF2-40B4-BE49-F238E27FC236}">
                    <a16:creationId xmlns:a16="http://schemas.microsoft.com/office/drawing/2014/main" id="{7240E920-F87C-CCA8-1786-F168B3966B34}"/>
                  </a:ext>
                </a:extLst>
              </p:cNvPr>
              <p:cNvSpPr/>
              <p:nvPr/>
            </p:nvSpPr>
            <p:spPr>
              <a:xfrm>
                <a:off x="4888818" y="1806617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4"/>
                    </a:lnTo>
                    <a:lnTo>
                      <a:pt x="6165" y="464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0">
                <a:extLst>
                  <a:ext uri="{FF2B5EF4-FFF2-40B4-BE49-F238E27FC236}">
                    <a16:creationId xmlns:a16="http://schemas.microsoft.com/office/drawing/2014/main" id="{2F4BF0AE-AC6E-E10C-9004-FFC91CF57FBE}"/>
                  </a:ext>
                </a:extLst>
              </p:cNvPr>
              <p:cNvSpPr/>
              <p:nvPr/>
            </p:nvSpPr>
            <p:spPr>
              <a:xfrm>
                <a:off x="4727273" y="1940118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8"/>
                    </a:lnTo>
                    <a:lnTo>
                      <a:pt x="206" y="3078"/>
                    </a:lnTo>
                    <a:lnTo>
                      <a:pt x="206" y="206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0">
                <a:extLst>
                  <a:ext uri="{FF2B5EF4-FFF2-40B4-BE49-F238E27FC236}">
                    <a16:creationId xmlns:a16="http://schemas.microsoft.com/office/drawing/2014/main" id="{3F58E17F-CE94-9938-8DDA-9B6C31F12B83}"/>
                  </a:ext>
                </a:extLst>
              </p:cNvPr>
              <p:cNvSpPr/>
              <p:nvPr/>
            </p:nvSpPr>
            <p:spPr>
              <a:xfrm>
                <a:off x="4888818" y="1949230"/>
                <a:ext cx="273332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6959" y="464"/>
                    </a:lnTo>
                    <a:lnTo>
                      <a:pt x="695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0">
                <a:extLst>
                  <a:ext uri="{FF2B5EF4-FFF2-40B4-BE49-F238E27FC236}">
                    <a16:creationId xmlns:a16="http://schemas.microsoft.com/office/drawing/2014/main" id="{4BE2FA57-A52E-DED4-37A2-D36523DD6249}"/>
                  </a:ext>
                </a:extLst>
              </p:cNvPr>
              <p:cNvSpPr/>
              <p:nvPr/>
            </p:nvSpPr>
            <p:spPr>
              <a:xfrm>
                <a:off x="4888818" y="2041372"/>
                <a:ext cx="338179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10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8609" y="465"/>
                    </a:lnTo>
                    <a:lnTo>
                      <a:pt x="8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0">
                <a:extLst>
                  <a:ext uri="{FF2B5EF4-FFF2-40B4-BE49-F238E27FC236}">
                    <a16:creationId xmlns:a16="http://schemas.microsoft.com/office/drawing/2014/main" id="{C4000F57-1A8E-516F-CC73-12E8074A7A1E}"/>
                  </a:ext>
                </a:extLst>
              </p:cNvPr>
              <p:cNvSpPr/>
              <p:nvPr/>
            </p:nvSpPr>
            <p:spPr>
              <a:xfrm>
                <a:off x="4888818" y="1995458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0">
                <a:extLst>
                  <a:ext uri="{FF2B5EF4-FFF2-40B4-BE49-F238E27FC236}">
                    <a16:creationId xmlns:a16="http://schemas.microsoft.com/office/drawing/2014/main" id="{5A1CADF9-B147-DF32-59F9-E482F215F082}"/>
                  </a:ext>
                </a:extLst>
              </p:cNvPr>
              <p:cNvSpPr/>
              <p:nvPr/>
            </p:nvSpPr>
            <p:spPr>
              <a:xfrm>
                <a:off x="4727273" y="2162972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5"/>
                    </a:moveTo>
                    <a:lnTo>
                      <a:pt x="3070" y="3069"/>
                    </a:lnTo>
                    <a:lnTo>
                      <a:pt x="206" y="3069"/>
                    </a:lnTo>
                    <a:lnTo>
                      <a:pt x="206" y="205"/>
                    </a:lnTo>
                    <a:close/>
                    <a:moveTo>
                      <a:pt x="1" y="0"/>
                    </a:moveTo>
                    <a:lnTo>
                      <a:pt x="1" y="3274"/>
                    </a:lnTo>
                    <a:lnTo>
                      <a:pt x="3275" y="3274"/>
                    </a:lnTo>
                    <a:lnTo>
                      <a:pt x="3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0">
                <a:extLst>
                  <a:ext uri="{FF2B5EF4-FFF2-40B4-BE49-F238E27FC236}">
                    <a16:creationId xmlns:a16="http://schemas.microsoft.com/office/drawing/2014/main" id="{BCC1AD9C-703F-5FF5-297C-8BC1EFCE8DA1}"/>
                  </a:ext>
                </a:extLst>
              </p:cNvPr>
              <p:cNvSpPr/>
              <p:nvPr/>
            </p:nvSpPr>
            <p:spPr>
              <a:xfrm>
                <a:off x="4888818" y="2172084"/>
                <a:ext cx="2029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5166" y="464"/>
                    </a:lnTo>
                    <a:lnTo>
                      <a:pt x="51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0">
                <a:extLst>
                  <a:ext uri="{FF2B5EF4-FFF2-40B4-BE49-F238E27FC236}">
                    <a16:creationId xmlns:a16="http://schemas.microsoft.com/office/drawing/2014/main" id="{6C583F6E-7A05-019B-4B96-4B1E6714A33F}"/>
                  </a:ext>
                </a:extLst>
              </p:cNvPr>
              <p:cNvSpPr/>
              <p:nvPr/>
            </p:nvSpPr>
            <p:spPr>
              <a:xfrm>
                <a:off x="4888818" y="2264227"/>
                <a:ext cx="341675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8699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8698" y="464"/>
                    </a:lnTo>
                    <a:lnTo>
                      <a:pt x="86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0">
                <a:extLst>
                  <a:ext uri="{FF2B5EF4-FFF2-40B4-BE49-F238E27FC236}">
                    <a16:creationId xmlns:a16="http://schemas.microsoft.com/office/drawing/2014/main" id="{4E8C08F0-647E-ED79-F32D-F9718E8A90DD}"/>
                  </a:ext>
                </a:extLst>
              </p:cNvPr>
              <p:cNvSpPr/>
              <p:nvPr/>
            </p:nvSpPr>
            <p:spPr>
              <a:xfrm>
                <a:off x="4888818" y="2218313"/>
                <a:ext cx="242146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6165" y="465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0">
                <a:extLst>
                  <a:ext uri="{FF2B5EF4-FFF2-40B4-BE49-F238E27FC236}">
                    <a16:creationId xmlns:a16="http://schemas.microsoft.com/office/drawing/2014/main" id="{BDD7F15F-ADAB-3CF0-E524-8BDE2CB22AD2}"/>
                  </a:ext>
                </a:extLst>
              </p:cNvPr>
              <p:cNvSpPr/>
              <p:nvPr/>
            </p:nvSpPr>
            <p:spPr>
              <a:xfrm>
                <a:off x="4727273" y="2368624"/>
                <a:ext cx="128634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3275" extrusionOk="0">
                    <a:moveTo>
                      <a:pt x="3070" y="206"/>
                    </a:moveTo>
                    <a:lnTo>
                      <a:pt x="3070" y="3070"/>
                    </a:lnTo>
                    <a:lnTo>
                      <a:pt x="206" y="3070"/>
                    </a:lnTo>
                    <a:lnTo>
                      <a:pt x="206" y="206"/>
                    </a:lnTo>
                    <a:close/>
                    <a:moveTo>
                      <a:pt x="1" y="1"/>
                    </a:moveTo>
                    <a:lnTo>
                      <a:pt x="1" y="3275"/>
                    </a:lnTo>
                    <a:lnTo>
                      <a:pt x="3275" y="3275"/>
                    </a:lnTo>
                    <a:lnTo>
                      <a:pt x="32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0">
                <a:extLst>
                  <a:ext uri="{FF2B5EF4-FFF2-40B4-BE49-F238E27FC236}">
                    <a16:creationId xmlns:a16="http://schemas.microsoft.com/office/drawing/2014/main" id="{B186994F-8127-6C06-3E26-D635C7B6B227}"/>
                  </a:ext>
                </a:extLst>
              </p:cNvPr>
              <p:cNvSpPr/>
              <p:nvPr/>
            </p:nvSpPr>
            <p:spPr>
              <a:xfrm>
                <a:off x="4888818" y="2377736"/>
                <a:ext cx="235508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5996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5995" y="465"/>
                    </a:lnTo>
                    <a:lnTo>
                      <a:pt x="599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0">
                <a:extLst>
                  <a:ext uri="{FF2B5EF4-FFF2-40B4-BE49-F238E27FC236}">
                    <a16:creationId xmlns:a16="http://schemas.microsoft.com/office/drawing/2014/main" id="{B928685B-39E6-5B8C-FAB8-AA9C26D02311}"/>
                  </a:ext>
                </a:extLst>
              </p:cNvPr>
              <p:cNvSpPr/>
              <p:nvPr/>
            </p:nvSpPr>
            <p:spPr>
              <a:xfrm>
                <a:off x="4888818" y="2469918"/>
                <a:ext cx="282798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7200" h="464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200" y="464"/>
                    </a:lnTo>
                    <a:lnTo>
                      <a:pt x="7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0">
                <a:extLst>
                  <a:ext uri="{FF2B5EF4-FFF2-40B4-BE49-F238E27FC236}">
                    <a16:creationId xmlns:a16="http://schemas.microsoft.com/office/drawing/2014/main" id="{DD8F8F7D-9049-CD4A-7697-B5B9E6B3BD0C}"/>
                  </a:ext>
                </a:extLst>
              </p:cNvPr>
              <p:cNvSpPr/>
              <p:nvPr/>
            </p:nvSpPr>
            <p:spPr>
              <a:xfrm>
                <a:off x="4888818" y="2424003"/>
                <a:ext cx="313631" cy="18264"/>
              </a:xfrm>
              <a:custGeom>
                <a:avLst/>
                <a:gdLst/>
                <a:ahLst/>
                <a:cxnLst/>
                <a:rect l="l" t="t" r="r" b="b"/>
                <a:pathLst>
                  <a:path w="7985" h="465" extrusionOk="0">
                    <a:moveTo>
                      <a:pt x="0" y="0"/>
                    </a:moveTo>
                    <a:lnTo>
                      <a:pt x="0" y="464"/>
                    </a:lnTo>
                    <a:lnTo>
                      <a:pt x="7985" y="464"/>
                    </a:lnTo>
                    <a:lnTo>
                      <a:pt x="79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0">
                <a:extLst>
                  <a:ext uri="{FF2B5EF4-FFF2-40B4-BE49-F238E27FC236}">
                    <a16:creationId xmlns:a16="http://schemas.microsoft.com/office/drawing/2014/main" id="{8F3E6EF4-90D2-3E41-AFA3-44910EB09DA2}"/>
                  </a:ext>
                </a:extLst>
              </p:cNvPr>
              <p:cNvSpPr/>
              <p:nvPr/>
            </p:nvSpPr>
            <p:spPr>
              <a:xfrm>
                <a:off x="4834145" y="1608310"/>
                <a:ext cx="24588" cy="5573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419" extrusionOk="0">
                    <a:moveTo>
                      <a:pt x="625" y="0"/>
                    </a:moveTo>
                    <a:lnTo>
                      <a:pt x="1" y="18"/>
                    </a:lnTo>
                    <a:lnTo>
                      <a:pt x="358" y="1419"/>
                    </a:lnTo>
                    <a:lnTo>
                      <a:pt x="625" y="0"/>
                    </a:lnTo>
                    <a:close/>
                  </a:path>
                </a:pathLst>
              </a:custGeom>
              <a:solidFill>
                <a:srgbClr val="C4C9D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0">
                <a:extLst>
                  <a:ext uri="{FF2B5EF4-FFF2-40B4-BE49-F238E27FC236}">
                    <a16:creationId xmlns:a16="http://schemas.microsoft.com/office/drawing/2014/main" id="{C32856BE-F7D7-6CA8-6686-99A786E9097A}"/>
                  </a:ext>
                </a:extLst>
              </p:cNvPr>
              <p:cNvSpPr/>
              <p:nvPr/>
            </p:nvSpPr>
            <p:spPr>
              <a:xfrm>
                <a:off x="4848166" y="1688906"/>
                <a:ext cx="34517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349" extrusionOk="0">
                    <a:moveTo>
                      <a:pt x="1" y="0"/>
                    </a:moveTo>
                    <a:lnTo>
                      <a:pt x="1" y="348"/>
                    </a:lnTo>
                    <a:lnTo>
                      <a:pt x="8788" y="348"/>
                    </a:lnTo>
                    <a:lnTo>
                      <a:pt x="8788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0">
                <a:extLst>
                  <a:ext uri="{FF2B5EF4-FFF2-40B4-BE49-F238E27FC236}">
                    <a16:creationId xmlns:a16="http://schemas.microsoft.com/office/drawing/2014/main" id="{295FCCEE-6542-6E23-7553-0458C9649A1A}"/>
                  </a:ext>
                </a:extLst>
              </p:cNvPr>
              <p:cNvSpPr/>
              <p:nvPr/>
            </p:nvSpPr>
            <p:spPr>
              <a:xfrm>
                <a:off x="4848166" y="1475163"/>
                <a:ext cx="345171" cy="213787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5443" extrusionOk="0">
                    <a:moveTo>
                      <a:pt x="4515" y="919"/>
                    </a:moveTo>
                    <a:cubicBezTo>
                      <a:pt x="4747" y="919"/>
                      <a:pt x="4943" y="1107"/>
                      <a:pt x="4943" y="1338"/>
                    </a:cubicBezTo>
                    <a:cubicBezTo>
                      <a:pt x="4943" y="1570"/>
                      <a:pt x="4747" y="1767"/>
                      <a:pt x="4515" y="1767"/>
                    </a:cubicBezTo>
                    <a:cubicBezTo>
                      <a:pt x="4283" y="1767"/>
                      <a:pt x="4095" y="1570"/>
                      <a:pt x="4095" y="1338"/>
                    </a:cubicBezTo>
                    <a:cubicBezTo>
                      <a:pt x="4095" y="1107"/>
                      <a:pt x="4283" y="919"/>
                      <a:pt x="4515" y="919"/>
                    </a:cubicBezTo>
                    <a:close/>
                    <a:moveTo>
                      <a:pt x="4515" y="0"/>
                    </a:moveTo>
                    <a:cubicBezTo>
                      <a:pt x="3578" y="0"/>
                      <a:pt x="2811" y="768"/>
                      <a:pt x="2811" y="1704"/>
                    </a:cubicBezTo>
                    <a:lnTo>
                      <a:pt x="2811" y="2498"/>
                    </a:lnTo>
                    <a:lnTo>
                      <a:pt x="438" y="2498"/>
                    </a:lnTo>
                    <a:cubicBezTo>
                      <a:pt x="197" y="2498"/>
                      <a:pt x="1" y="2694"/>
                      <a:pt x="1" y="2935"/>
                    </a:cubicBezTo>
                    <a:lnTo>
                      <a:pt x="1" y="5442"/>
                    </a:lnTo>
                    <a:lnTo>
                      <a:pt x="8788" y="5442"/>
                    </a:lnTo>
                    <a:lnTo>
                      <a:pt x="8788" y="2935"/>
                    </a:lnTo>
                    <a:cubicBezTo>
                      <a:pt x="8788" y="2694"/>
                      <a:pt x="8592" y="2498"/>
                      <a:pt x="8351" y="2498"/>
                    </a:cubicBezTo>
                    <a:lnTo>
                      <a:pt x="6219" y="2498"/>
                    </a:lnTo>
                    <a:lnTo>
                      <a:pt x="6219" y="1704"/>
                    </a:lnTo>
                    <a:cubicBezTo>
                      <a:pt x="6219" y="768"/>
                      <a:pt x="5451" y="0"/>
                      <a:pt x="45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0">
                <a:extLst>
                  <a:ext uri="{FF2B5EF4-FFF2-40B4-BE49-F238E27FC236}">
                    <a16:creationId xmlns:a16="http://schemas.microsoft.com/office/drawing/2014/main" id="{EFB58C74-3717-0C81-6284-500A5B602DC4}"/>
                  </a:ext>
                </a:extLst>
              </p:cNvPr>
              <p:cNvSpPr/>
              <p:nvPr/>
            </p:nvSpPr>
            <p:spPr>
              <a:xfrm>
                <a:off x="4722364" y="1732345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0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0">
                <a:extLst>
                  <a:ext uri="{FF2B5EF4-FFF2-40B4-BE49-F238E27FC236}">
                    <a16:creationId xmlns:a16="http://schemas.microsoft.com/office/drawing/2014/main" id="{44800CA3-266D-763A-3AB0-BC5571D97607}"/>
                  </a:ext>
                </a:extLst>
              </p:cNvPr>
              <p:cNvSpPr/>
              <p:nvPr/>
            </p:nvSpPr>
            <p:spPr>
              <a:xfrm>
                <a:off x="4722364" y="1921186"/>
                <a:ext cx="145130" cy="12690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1" extrusionOk="0">
                    <a:moveTo>
                      <a:pt x="3105" y="1"/>
                    </a:moveTo>
                    <a:lnTo>
                      <a:pt x="1339" y="2392"/>
                    </a:lnTo>
                    <a:lnTo>
                      <a:pt x="465" y="1615"/>
                    </a:lnTo>
                    <a:lnTo>
                      <a:pt x="1" y="2053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0">
                <a:extLst>
                  <a:ext uri="{FF2B5EF4-FFF2-40B4-BE49-F238E27FC236}">
                    <a16:creationId xmlns:a16="http://schemas.microsoft.com/office/drawing/2014/main" id="{06256338-6B3B-2B46-4E04-803D4ABE719F}"/>
                  </a:ext>
                </a:extLst>
              </p:cNvPr>
              <p:cNvSpPr/>
              <p:nvPr/>
            </p:nvSpPr>
            <p:spPr>
              <a:xfrm>
                <a:off x="4722364" y="2134929"/>
                <a:ext cx="145130" cy="126866"/>
              </a:xfrm>
              <a:custGeom>
                <a:avLst/>
                <a:gdLst/>
                <a:ahLst/>
                <a:cxnLst/>
                <a:rect l="l" t="t" r="r" b="b"/>
                <a:pathLst>
                  <a:path w="3695" h="3230" extrusionOk="0">
                    <a:moveTo>
                      <a:pt x="3105" y="1"/>
                    </a:moveTo>
                    <a:lnTo>
                      <a:pt x="1339" y="2391"/>
                    </a:lnTo>
                    <a:lnTo>
                      <a:pt x="465" y="1615"/>
                    </a:lnTo>
                    <a:lnTo>
                      <a:pt x="1" y="2052"/>
                    </a:lnTo>
                    <a:lnTo>
                      <a:pt x="1428" y="3230"/>
                    </a:lnTo>
                    <a:lnTo>
                      <a:pt x="3694" y="375"/>
                    </a:lnTo>
                    <a:lnTo>
                      <a:pt x="31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0" name="Google Shape;390;p30">
            <a:extLst>
              <a:ext uri="{FF2B5EF4-FFF2-40B4-BE49-F238E27FC236}">
                <a16:creationId xmlns:a16="http://schemas.microsoft.com/office/drawing/2014/main" id="{92FC20E7-B229-58F8-5954-84F641665D80}"/>
              </a:ext>
            </a:extLst>
          </p:cNvPr>
          <p:cNvGrpSpPr/>
          <p:nvPr/>
        </p:nvGrpSpPr>
        <p:grpSpPr>
          <a:xfrm>
            <a:off x="2629682" y="-4867773"/>
            <a:ext cx="1465017" cy="2660854"/>
            <a:chOff x="1063597" y="541030"/>
            <a:chExt cx="459743" cy="835040"/>
          </a:xfrm>
        </p:grpSpPr>
        <p:sp>
          <p:nvSpPr>
            <p:cNvPr id="391" name="Google Shape;391;p30">
              <a:extLst>
                <a:ext uri="{FF2B5EF4-FFF2-40B4-BE49-F238E27FC236}">
                  <a16:creationId xmlns:a16="http://schemas.microsoft.com/office/drawing/2014/main" id="{55DA0C35-FFE4-024B-3248-5F4C32742E07}"/>
                </a:ext>
              </a:extLst>
            </p:cNvPr>
            <p:cNvSpPr/>
            <p:nvPr/>
          </p:nvSpPr>
          <p:spPr>
            <a:xfrm>
              <a:off x="1063597" y="541030"/>
              <a:ext cx="459743" cy="835040"/>
            </a:xfrm>
            <a:custGeom>
              <a:avLst/>
              <a:gdLst/>
              <a:ahLst/>
              <a:cxnLst/>
              <a:rect l="l" t="t" r="r" b="b"/>
              <a:pathLst>
                <a:path w="11705" h="21260" extrusionOk="0">
                  <a:moveTo>
                    <a:pt x="1356" y="0"/>
                  </a:moveTo>
                  <a:lnTo>
                    <a:pt x="616" y="170"/>
                  </a:lnTo>
                  <a:lnTo>
                    <a:pt x="0" y="313"/>
                  </a:lnTo>
                  <a:lnTo>
                    <a:pt x="401" y="794"/>
                  </a:lnTo>
                  <a:lnTo>
                    <a:pt x="883" y="1383"/>
                  </a:lnTo>
                  <a:lnTo>
                    <a:pt x="901" y="1401"/>
                  </a:lnTo>
                  <a:lnTo>
                    <a:pt x="3506" y="2293"/>
                  </a:lnTo>
                  <a:lnTo>
                    <a:pt x="3024" y="3747"/>
                  </a:lnTo>
                  <a:cubicBezTo>
                    <a:pt x="3024" y="3747"/>
                    <a:pt x="2980" y="3908"/>
                    <a:pt x="2989" y="4077"/>
                  </a:cubicBezTo>
                  <a:cubicBezTo>
                    <a:pt x="2980" y="4202"/>
                    <a:pt x="3006" y="4300"/>
                    <a:pt x="3096" y="4372"/>
                  </a:cubicBezTo>
                  <a:cubicBezTo>
                    <a:pt x="3158" y="4443"/>
                    <a:pt x="3256" y="4497"/>
                    <a:pt x="3408" y="4505"/>
                  </a:cubicBezTo>
                  <a:cubicBezTo>
                    <a:pt x="3524" y="4532"/>
                    <a:pt x="3667" y="4559"/>
                    <a:pt x="3845" y="4577"/>
                  </a:cubicBezTo>
                  <a:cubicBezTo>
                    <a:pt x="4211" y="4613"/>
                    <a:pt x="4693" y="4675"/>
                    <a:pt x="5103" y="4728"/>
                  </a:cubicBezTo>
                  <a:cubicBezTo>
                    <a:pt x="4969" y="5005"/>
                    <a:pt x="4835" y="5308"/>
                    <a:pt x="4764" y="5567"/>
                  </a:cubicBezTo>
                  <a:cubicBezTo>
                    <a:pt x="4612" y="6192"/>
                    <a:pt x="5486" y="6495"/>
                    <a:pt x="5486" y="6495"/>
                  </a:cubicBezTo>
                  <a:lnTo>
                    <a:pt x="5486" y="7976"/>
                  </a:lnTo>
                  <a:cubicBezTo>
                    <a:pt x="4916" y="8422"/>
                    <a:pt x="4969" y="10045"/>
                    <a:pt x="4969" y="10045"/>
                  </a:cubicBezTo>
                  <a:lnTo>
                    <a:pt x="5272" y="13096"/>
                  </a:lnTo>
                  <a:lnTo>
                    <a:pt x="5620" y="13096"/>
                  </a:lnTo>
                  <a:lnTo>
                    <a:pt x="5790" y="19180"/>
                  </a:lnTo>
                  <a:cubicBezTo>
                    <a:pt x="5790" y="19234"/>
                    <a:pt x="5790" y="19314"/>
                    <a:pt x="5799" y="19412"/>
                  </a:cubicBezTo>
                  <a:lnTo>
                    <a:pt x="5799" y="19421"/>
                  </a:lnTo>
                  <a:cubicBezTo>
                    <a:pt x="5808" y="19466"/>
                    <a:pt x="5808" y="19502"/>
                    <a:pt x="5817" y="19546"/>
                  </a:cubicBezTo>
                  <a:cubicBezTo>
                    <a:pt x="5852" y="19850"/>
                    <a:pt x="5710" y="19903"/>
                    <a:pt x="5710" y="19903"/>
                  </a:cubicBezTo>
                  <a:cubicBezTo>
                    <a:pt x="5710" y="19903"/>
                    <a:pt x="5326" y="20028"/>
                    <a:pt x="4978" y="20153"/>
                  </a:cubicBezTo>
                  <a:cubicBezTo>
                    <a:pt x="4764" y="20224"/>
                    <a:pt x="4577" y="20305"/>
                    <a:pt x="4496" y="20349"/>
                  </a:cubicBezTo>
                  <a:cubicBezTo>
                    <a:pt x="4282" y="20474"/>
                    <a:pt x="4496" y="20554"/>
                    <a:pt x="4496" y="20554"/>
                  </a:cubicBezTo>
                  <a:cubicBezTo>
                    <a:pt x="4496" y="20554"/>
                    <a:pt x="5341" y="20543"/>
                    <a:pt x="5867" y="20543"/>
                  </a:cubicBezTo>
                  <a:cubicBezTo>
                    <a:pt x="5998" y="20543"/>
                    <a:pt x="6109" y="20544"/>
                    <a:pt x="6182" y="20545"/>
                  </a:cubicBezTo>
                  <a:cubicBezTo>
                    <a:pt x="6191" y="20546"/>
                    <a:pt x="6200" y="20546"/>
                    <a:pt x="6208" y="20546"/>
                  </a:cubicBezTo>
                  <a:cubicBezTo>
                    <a:pt x="6557" y="20546"/>
                    <a:pt x="6548" y="20189"/>
                    <a:pt x="6548" y="20189"/>
                  </a:cubicBezTo>
                  <a:lnTo>
                    <a:pt x="6548" y="20099"/>
                  </a:lnTo>
                  <a:lnTo>
                    <a:pt x="6548" y="19243"/>
                  </a:lnTo>
                  <a:lnTo>
                    <a:pt x="6548" y="13096"/>
                  </a:lnTo>
                  <a:lnTo>
                    <a:pt x="7547" y="13096"/>
                  </a:lnTo>
                  <a:lnTo>
                    <a:pt x="9394" y="19457"/>
                  </a:lnTo>
                  <a:lnTo>
                    <a:pt x="9430" y="19582"/>
                  </a:lnTo>
                  <a:lnTo>
                    <a:pt x="9439" y="19582"/>
                  </a:lnTo>
                  <a:cubicBezTo>
                    <a:pt x="9456" y="19662"/>
                    <a:pt x="9492" y="19778"/>
                    <a:pt x="9519" y="19885"/>
                  </a:cubicBezTo>
                  <a:cubicBezTo>
                    <a:pt x="9554" y="20046"/>
                    <a:pt x="9474" y="20197"/>
                    <a:pt x="9439" y="20260"/>
                  </a:cubicBezTo>
                  <a:cubicBezTo>
                    <a:pt x="9421" y="20278"/>
                    <a:pt x="9403" y="20296"/>
                    <a:pt x="9385" y="20313"/>
                  </a:cubicBezTo>
                  <a:cubicBezTo>
                    <a:pt x="9296" y="20376"/>
                    <a:pt x="9019" y="20563"/>
                    <a:pt x="8778" y="20742"/>
                  </a:cubicBezTo>
                  <a:cubicBezTo>
                    <a:pt x="8600" y="20867"/>
                    <a:pt x="8430" y="20991"/>
                    <a:pt x="8368" y="21063"/>
                  </a:cubicBezTo>
                  <a:cubicBezTo>
                    <a:pt x="8198" y="21250"/>
                    <a:pt x="8430" y="21259"/>
                    <a:pt x="8430" y="21259"/>
                  </a:cubicBezTo>
                  <a:cubicBezTo>
                    <a:pt x="8430" y="21259"/>
                    <a:pt x="9688" y="20867"/>
                    <a:pt x="10045" y="20777"/>
                  </a:cubicBezTo>
                  <a:cubicBezTo>
                    <a:pt x="10411" y="20688"/>
                    <a:pt x="10286" y="20331"/>
                    <a:pt x="10286" y="20331"/>
                  </a:cubicBezTo>
                  <a:lnTo>
                    <a:pt x="10259" y="20242"/>
                  </a:lnTo>
                  <a:lnTo>
                    <a:pt x="10027" y="19439"/>
                  </a:lnTo>
                  <a:lnTo>
                    <a:pt x="8618" y="13096"/>
                  </a:lnTo>
                  <a:lnTo>
                    <a:pt x="9019" y="13096"/>
                  </a:lnTo>
                  <a:cubicBezTo>
                    <a:pt x="9019" y="13096"/>
                    <a:pt x="8546" y="11999"/>
                    <a:pt x="8520" y="10304"/>
                  </a:cubicBezTo>
                  <a:cubicBezTo>
                    <a:pt x="8511" y="9564"/>
                    <a:pt x="8359" y="9028"/>
                    <a:pt x="8207" y="8663"/>
                  </a:cubicBezTo>
                  <a:cubicBezTo>
                    <a:pt x="8252" y="8645"/>
                    <a:pt x="8306" y="8645"/>
                    <a:pt x="8368" y="8645"/>
                  </a:cubicBezTo>
                  <a:cubicBezTo>
                    <a:pt x="8373" y="8645"/>
                    <a:pt x="8378" y="8646"/>
                    <a:pt x="8384" y="8646"/>
                  </a:cubicBezTo>
                  <a:cubicBezTo>
                    <a:pt x="8449" y="8646"/>
                    <a:pt x="8506" y="8596"/>
                    <a:pt x="8564" y="8538"/>
                  </a:cubicBezTo>
                  <a:lnTo>
                    <a:pt x="8591" y="8556"/>
                  </a:lnTo>
                  <a:cubicBezTo>
                    <a:pt x="8591" y="8556"/>
                    <a:pt x="9795" y="7164"/>
                    <a:pt x="10348" y="6629"/>
                  </a:cubicBezTo>
                  <a:cubicBezTo>
                    <a:pt x="10910" y="6084"/>
                    <a:pt x="10554" y="5781"/>
                    <a:pt x="10554" y="5781"/>
                  </a:cubicBezTo>
                  <a:cubicBezTo>
                    <a:pt x="10554" y="5781"/>
                    <a:pt x="9010" y="4381"/>
                    <a:pt x="8537" y="4042"/>
                  </a:cubicBezTo>
                  <a:cubicBezTo>
                    <a:pt x="8537" y="4042"/>
                    <a:pt x="8529" y="4033"/>
                    <a:pt x="8520" y="4006"/>
                  </a:cubicBezTo>
                  <a:lnTo>
                    <a:pt x="8520" y="4006"/>
                  </a:lnTo>
                  <a:lnTo>
                    <a:pt x="10313" y="4613"/>
                  </a:lnTo>
                  <a:lnTo>
                    <a:pt x="10848" y="4800"/>
                  </a:lnTo>
                  <a:lnTo>
                    <a:pt x="11223" y="4925"/>
                  </a:lnTo>
                  <a:lnTo>
                    <a:pt x="11704" y="3524"/>
                  </a:lnTo>
                  <a:lnTo>
                    <a:pt x="11330" y="3399"/>
                  </a:lnTo>
                  <a:lnTo>
                    <a:pt x="10795" y="3212"/>
                  </a:lnTo>
                  <a:lnTo>
                    <a:pt x="8832" y="2543"/>
                  </a:lnTo>
                  <a:cubicBezTo>
                    <a:pt x="8885" y="2159"/>
                    <a:pt x="8903" y="1767"/>
                    <a:pt x="8903" y="1374"/>
                  </a:cubicBezTo>
                  <a:cubicBezTo>
                    <a:pt x="8903" y="1133"/>
                    <a:pt x="8885" y="875"/>
                    <a:pt x="8743" y="678"/>
                  </a:cubicBezTo>
                  <a:cubicBezTo>
                    <a:pt x="8582" y="455"/>
                    <a:pt x="8297" y="366"/>
                    <a:pt x="8029" y="295"/>
                  </a:cubicBezTo>
                  <a:cubicBezTo>
                    <a:pt x="8011" y="295"/>
                    <a:pt x="7993" y="286"/>
                    <a:pt x="7975" y="286"/>
                  </a:cubicBezTo>
                  <a:cubicBezTo>
                    <a:pt x="7704" y="224"/>
                    <a:pt x="7424" y="167"/>
                    <a:pt x="7144" y="167"/>
                  </a:cubicBezTo>
                  <a:cubicBezTo>
                    <a:pt x="7019" y="167"/>
                    <a:pt x="6895" y="178"/>
                    <a:pt x="6771" y="206"/>
                  </a:cubicBezTo>
                  <a:cubicBezTo>
                    <a:pt x="6512" y="268"/>
                    <a:pt x="6031" y="500"/>
                    <a:pt x="5995" y="812"/>
                  </a:cubicBezTo>
                  <a:cubicBezTo>
                    <a:pt x="5968" y="991"/>
                    <a:pt x="6156" y="1115"/>
                    <a:pt x="6352" y="1196"/>
                  </a:cubicBezTo>
                  <a:cubicBezTo>
                    <a:pt x="6343" y="1223"/>
                    <a:pt x="6334" y="1249"/>
                    <a:pt x="6316" y="1267"/>
                  </a:cubicBezTo>
                  <a:cubicBezTo>
                    <a:pt x="6307" y="1294"/>
                    <a:pt x="6298" y="1321"/>
                    <a:pt x="6289" y="1338"/>
                  </a:cubicBezTo>
                  <a:cubicBezTo>
                    <a:pt x="6272" y="1347"/>
                    <a:pt x="6254" y="1356"/>
                    <a:pt x="6245" y="1365"/>
                  </a:cubicBezTo>
                  <a:cubicBezTo>
                    <a:pt x="6227" y="1383"/>
                    <a:pt x="6218" y="1410"/>
                    <a:pt x="6236" y="1428"/>
                  </a:cubicBezTo>
                  <a:cubicBezTo>
                    <a:pt x="6245" y="1428"/>
                    <a:pt x="6245" y="1428"/>
                    <a:pt x="6245" y="1437"/>
                  </a:cubicBezTo>
                  <a:cubicBezTo>
                    <a:pt x="6218" y="1499"/>
                    <a:pt x="6200" y="1562"/>
                    <a:pt x="6173" y="1633"/>
                  </a:cubicBezTo>
                  <a:lnTo>
                    <a:pt x="4505" y="1071"/>
                  </a:lnTo>
                  <a:cubicBezTo>
                    <a:pt x="4523" y="1017"/>
                    <a:pt x="4532" y="955"/>
                    <a:pt x="4532" y="901"/>
                  </a:cubicBezTo>
                  <a:cubicBezTo>
                    <a:pt x="4532" y="884"/>
                    <a:pt x="4532" y="857"/>
                    <a:pt x="4523" y="839"/>
                  </a:cubicBezTo>
                  <a:cubicBezTo>
                    <a:pt x="4514" y="821"/>
                    <a:pt x="4487" y="812"/>
                    <a:pt x="4469" y="803"/>
                  </a:cubicBezTo>
                  <a:cubicBezTo>
                    <a:pt x="4380" y="759"/>
                    <a:pt x="4291" y="768"/>
                    <a:pt x="4202" y="759"/>
                  </a:cubicBezTo>
                  <a:cubicBezTo>
                    <a:pt x="4122" y="759"/>
                    <a:pt x="4050" y="732"/>
                    <a:pt x="3979" y="732"/>
                  </a:cubicBezTo>
                  <a:cubicBezTo>
                    <a:pt x="3899" y="732"/>
                    <a:pt x="3827" y="759"/>
                    <a:pt x="3783" y="821"/>
                  </a:cubicBezTo>
                  <a:lnTo>
                    <a:pt x="1383" y="0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" name="Google Shape;392;p30">
              <a:extLst>
                <a:ext uri="{FF2B5EF4-FFF2-40B4-BE49-F238E27FC236}">
                  <a16:creationId xmlns:a16="http://schemas.microsoft.com/office/drawing/2014/main" id="{FA2D0A30-AE75-0BD7-698B-29ED4C7798FB}"/>
                </a:ext>
              </a:extLst>
            </p:cNvPr>
            <p:cNvGrpSpPr/>
            <p:nvPr/>
          </p:nvGrpSpPr>
          <p:grpSpPr>
            <a:xfrm>
              <a:off x="1063760" y="541037"/>
              <a:ext cx="459418" cy="835019"/>
              <a:chOff x="1538412" y="541037"/>
              <a:chExt cx="459418" cy="835019"/>
            </a:xfrm>
          </p:grpSpPr>
          <p:sp>
            <p:nvSpPr>
              <p:cNvPr id="393" name="Google Shape;393;p30">
                <a:extLst>
                  <a:ext uri="{FF2B5EF4-FFF2-40B4-BE49-F238E27FC236}">
                    <a16:creationId xmlns:a16="http://schemas.microsoft.com/office/drawing/2014/main" id="{0A2878D1-EEFD-2F75-E849-2E5BAE895AEA}"/>
                  </a:ext>
                </a:extLst>
              </p:cNvPr>
              <p:cNvSpPr/>
              <p:nvPr/>
            </p:nvSpPr>
            <p:spPr>
              <a:xfrm>
                <a:off x="1829255" y="1037884"/>
                <a:ext cx="103025" cy="272311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6933" extrusionOk="0">
                    <a:moveTo>
                      <a:pt x="0" y="0"/>
                    </a:moveTo>
                    <a:lnTo>
                      <a:pt x="2025" y="6932"/>
                    </a:lnTo>
                    <a:lnTo>
                      <a:pt x="2623" y="6834"/>
                    </a:lnTo>
                    <a:lnTo>
                      <a:pt x="1133" y="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0">
                <a:extLst>
                  <a:ext uri="{FF2B5EF4-FFF2-40B4-BE49-F238E27FC236}">
                    <a16:creationId xmlns:a16="http://schemas.microsoft.com/office/drawing/2014/main" id="{CEF92088-D49C-7515-2A7A-2697C78CC72D}"/>
                  </a:ext>
                </a:extLst>
              </p:cNvPr>
              <p:cNvSpPr/>
              <p:nvPr/>
            </p:nvSpPr>
            <p:spPr>
              <a:xfrm>
                <a:off x="1758439" y="1029833"/>
                <a:ext cx="36842" cy="274393"/>
              </a:xfrm>
              <a:custGeom>
                <a:avLst/>
                <a:gdLst/>
                <a:ahLst/>
                <a:cxnLst/>
                <a:rect l="l" t="t" r="r" b="b"/>
                <a:pathLst>
                  <a:path w="938" h="6986" extrusionOk="0">
                    <a:moveTo>
                      <a:pt x="1" y="0"/>
                    </a:moveTo>
                    <a:lnTo>
                      <a:pt x="197" y="6985"/>
                    </a:lnTo>
                    <a:lnTo>
                      <a:pt x="938" y="6985"/>
                    </a:lnTo>
                    <a:lnTo>
                      <a:pt x="938" y="16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0">
                <a:extLst>
                  <a:ext uri="{FF2B5EF4-FFF2-40B4-BE49-F238E27FC236}">
                    <a16:creationId xmlns:a16="http://schemas.microsoft.com/office/drawing/2014/main" id="{AAD36B28-F359-14E8-6214-348F85D9E0C7}"/>
                  </a:ext>
                </a:extLst>
              </p:cNvPr>
              <p:cNvSpPr/>
              <p:nvPr/>
            </p:nvSpPr>
            <p:spPr>
              <a:xfrm>
                <a:off x="1731142" y="854267"/>
                <a:ext cx="161195" cy="201533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5131" extrusionOk="0">
                    <a:moveTo>
                      <a:pt x="571" y="1"/>
                    </a:moveTo>
                    <a:cubicBezTo>
                      <a:pt x="0" y="447"/>
                      <a:pt x="54" y="2079"/>
                      <a:pt x="54" y="2079"/>
                    </a:cubicBezTo>
                    <a:lnTo>
                      <a:pt x="357" y="5130"/>
                    </a:lnTo>
                    <a:lnTo>
                      <a:pt x="4104" y="5130"/>
                    </a:lnTo>
                    <a:cubicBezTo>
                      <a:pt x="4104" y="5130"/>
                      <a:pt x="3631" y="4033"/>
                      <a:pt x="3604" y="2329"/>
                    </a:cubicBezTo>
                    <a:cubicBezTo>
                      <a:pt x="3577" y="634"/>
                      <a:pt x="2846" y="1"/>
                      <a:pt x="28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0">
                <a:extLst>
                  <a:ext uri="{FF2B5EF4-FFF2-40B4-BE49-F238E27FC236}">
                    <a16:creationId xmlns:a16="http://schemas.microsoft.com/office/drawing/2014/main" id="{2E9FAEB9-713E-FA4B-4EFB-3120B3925788}"/>
                  </a:ext>
                </a:extLst>
              </p:cNvPr>
              <p:cNvSpPr/>
              <p:nvPr/>
            </p:nvSpPr>
            <p:spPr>
              <a:xfrm>
                <a:off x="1647719" y="587973"/>
                <a:ext cx="59623" cy="130401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320" extrusionOk="0">
                    <a:moveTo>
                      <a:pt x="1080" y="1"/>
                    </a:moveTo>
                    <a:lnTo>
                      <a:pt x="242" y="2561"/>
                    </a:lnTo>
                    <a:cubicBezTo>
                      <a:pt x="242" y="2561"/>
                      <a:pt x="1" y="3293"/>
                      <a:pt x="661" y="3319"/>
                    </a:cubicBezTo>
                    <a:cubicBezTo>
                      <a:pt x="669" y="3320"/>
                      <a:pt x="676" y="3320"/>
                      <a:pt x="684" y="3320"/>
                    </a:cubicBezTo>
                    <a:cubicBezTo>
                      <a:pt x="1310" y="3320"/>
                      <a:pt x="1232" y="2222"/>
                      <a:pt x="1232" y="2222"/>
                    </a:cubicBezTo>
                    <a:lnTo>
                      <a:pt x="1517" y="153"/>
                    </a:lnTo>
                    <a:lnTo>
                      <a:pt x="108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0">
                <a:extLst>
                  <a:ext uri="{FF2B5EF4-FFF2-40B4-BE49-F238E27FC236}">
                    <a16:creationId xmlns:a16="http://schemas.microsoft.com/office/drawing/2014/main" id="{B0C93720-76AC-8E66-5BB9-AD14A7260F5B}"/>
                  </a:ext>
                </a:extLst>
              </p:cNvPr>
              <p:cNvSpPr/>
              <p:nvPr/>
            </p:nvSpPr>
            <p:spPr>
              <a:xfrm>
                <a:off x="1538412" y="541037"/>
                <a:ext cx="444700" cy="188532"/>
              </a:xfrm>
              <a:custGeom>
                <a:avLst/>
                <a:gdLst/>
                <a:ahLst/>
                <a:cxnLst/>
                <a:rect l="l" t="t" r="r" b="b"/>
                <a:pathLst>
                  <a:path w="11322" h="4800" extrusionOk="0">
                    <a:moveTo>
                      <a:pt x="1383" y="0"/>
                    </a:moveTo>
                    <a:lnTo>
                      <a:pt x="1357" y="9"/>
                    </a:lnTo>
                    <a:lnTo>
                      <a:pt x="1" y="313"/>
                    </a:lnTo>
                    <a:lnTo>
                      <a:pt x="884" y="1383"/>
                    </a:lnTo>
                    <a:lnTo>
                      <a:pt x="902" y="1401"/>
                    </a:lnTo>
                    <a:lnTo>
                      <a:pt x="10840" y="4800"/>
                    </a:lnTo>
                    <a:lnTo>
                      <a:pt x="11321" y="3399"/>
                    </a:lnTo>
                    <a:lnTo>
                      <a:pt x="138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0">
                <a:extLst>
                  <a:ext uri="{FF2B5EF4-FFF2-40B4-BE49-F238E27FC236}">
                    <a16:creationId xmlns:a16="http://schemas.microsoft.com/office/drawing/2014/main" id="{26BB9F5C-BB7D-BA59-1413-D385B7AE41AE}"/>
                  </a:ext>
                </a:extLst>
              </p:cNvPr>
              <p:cNvSpPr/>
              <p:nvPr/>
            </p:nvSpPr>
            <p:spPr>
              <a:xfrm>
                <a:off x="1538412" y="541391"/>
                <a:ext cx="53300" cy="54007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75" extrusionOk="0">
                    <a:moveTo>
                      <a:pt x="1357" y="0"/>
                    </a:moveTo>
                    <a:lnTo>
                      <a:pt x="616" y="170"/>
                    </a:lnTo>
                    <a:lnTo>
                      <a:pt x="1" y="304"/>
                    </a:lnTo>
                    <a:lnTo>
                      <a:pt x="402" y="785"/>
                    </a:lnTo>
                    <a:lnTo>
                      <a:pt x="884" y="1374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0">
                <a:extLst>
                  <a:ext uri="{FF2B5EF4-FFF2-40B4-BE49-F238E27FC236}">
                    <a16:creationId xmlns:a16="http://schemas.microsoft.com/office/drawing/2014/main" id="{77298D44-2921-38BE-F802-F84C86BFCCBF}"/>
                  </a:ext>
                </a:extLst>
              </p:cNvPr>
              <p:cNvSpPr/>
              <p:nvPr/>
            </p:nvSpPr>
            <p:spPr>
              <a:xfrm>
                <a:off x="1943471" y="667507"/>
                <a:ext cx="39631" cy="62058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580" extrusionOk="0">
                    <a:moveTo>
                      <a:pt x="473" y="1"/>
                    </a:moveTo>
                    <a:lnTo>
                      <a:pt x="0" y="1402"/>
                    </a:lnTo>
                    <a:lnTo>
                      <a:pt x="527" y="1580"/>
                    </a:lnTo>
                    <a:lnTo>
                      <a:pt x="1008" y="179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0">
                <a:extLst>
                  <a:ext uri="{FF2B5EF4-FFF2-40B4-BE49-F238E27FC236}">
                    <a16:creationId xmlns:a16="http://schemas.microsoft.com/office/drawing/2014/main" id="{40D4BA69-FB7D-7C32-A91A-E2C009D23C42}"/>
                  </a:ext>
                </a:extLst>
              </p:cNvPr>
              <p:cNvSpPr/>
              <p:nvPr/>
            </p:nvSpPr>
            <p:spPr>
              <a:xfrm>
                <a:off x="1964130" y="674538"/>
                <a:ext cx="33700" cy="60291"/>
              </a:xfrm>
              <a:custGeom>
                <a:avLst/>
                <a:gdLst/>
                <a:ahLst/>
                <a:cxnLst/>
                <a:rect l="l" t="t" r="r" b="b"/>
                <a:pathLst>
                  <a:path w="858" h="1535" extrusionOk="0">
                    <a:moveTo>
                      <a:pt x="482" y="0"/>
                    </a:moveTo>
                    <a:lnTo>
                      <a:pt x="1" y="1401"/>
                    </a:lnTo>
                    <a:lnTo>
                      <a:pt x="375" y="1535"/>
                    </a:lnTo>
                    <a:lnTo>
                      <a:pt x="857" y="134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0">
                <a:extLst>
                  <a:ext uri="{FF2B5EF4-FFF2-40B4-BE49-F238E27FC236}">
                    <a16:creationId xmlns:a16="http://schemas.microsoft.com/office/drawing/2014/main" id="{32DB35BC-BD04-B23A-56D1-7BA9FFA0A374}"/>
                  </a:ext>
                </a:extLst>
              </p:cNvPr>
              <p:cNvSpPr/>
              <p:nvPr/>
            </p:nvSpPr>
            <p:spPr>
              <a:xfrm>
                <a:off x="1538412" y="548028"/>
                <a:ext cx="24234" cy="2423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617" extrusionOk="0">
                    <a:moveTo>
                      <a:pt x="616" y="1"/>
                    </a:moveTo>
                    <a:lnTo>
                      <a:pt x="1" y="135"/>
                    </a:lnTo>
                    <a:lnTo>
                      <a:pt x="402" y="61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0">
                <a:extLst>
                  <a:ext uri="{FF2B5EF4-FFF2-40B4-BE49-F238E27FC236}">
                    <a16:creationId xmlns:a16="http://schemas.microsoft.com/office/drawing/2014/main" id="{B4BE4E04-B1EE-659E-70E3-F0A3BB82C36F}"/>
                  </a:ext>
                </a:extLst>
              </p:cNvPr>
              <p:cNvSpPr/>
              <p:nvPr/>
            </p:nvSpPr>
            <p:spPr>
              <a:xfrm>
                <a:off x="1538412" y="553291"/>
                <a:ext cx="449963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11456" h="4622" extrusionOk="0">
                    <a:moveTo>
                      <a:pt x="1" y="1"/>
                    </a:moveTo>
                    <a:lnTo>
                      <a:pt x="402" y="482"/>
                    </a:lnTo>
                    <a:lnTo>
                      <a:pt x="884" y="1071"/>
                    </a:lnTo>
                    <a:lnTo>
                      <a:pt x="902" y="1089"/>
                    </a:lnTo>
                    <a:lnTo>
                      <a:pt x="10313" y="4310"/>
                    </a:lnTo>
                    <a:lnTo>
                      <a:pt x="10840" y="4488"/>
                    </a:lnTo>
                    <a:lnTo>
                      <a:pt x="11214" y="4622"/>
                    </a:lnTo>
                    <a:lnTo>
                      <a:pt x="11455" y="39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0">
                <a:extLst>
                  <a:ext uri="{FF2B5EF4-FFF2-40B4-BE49-F238E27FC236}">
                    <a16:creationId xmlns:a16="http://schemas.microsoft.com/office/drawing/2014/main" id="{4A579047-2645-23CE-2E58-8F94AC5E9F7D}"/>
                  </a:ext>
                </a:extLst>
              </p:cNvPr>
              <p:cNvSpPr/>
              <p:nvPr/>
            </p:nvSpPr>
            <p:spPr>
              <a:xfrm>
                <a:off x="1801211" y="648615"/>
                <a:ext cx="35428" cy="5679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446" extrusionOk="0">
                    <a:moveTo>
                      <a:pt x="0" y="0"/>
                    </a:moveTo>
                    <a:lnTo>
                      <a:pt x="0" y="1445"/>
                    </a:lnTo>
                    <a:lnTo>
                      <a:pt x="901" y="1445"/>
                    </a:lnTo>
                    <a:lnTo>
                      <a:pt x="901" y="0"/>
                    </a:ln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0">
                <a:extLst>
                  <a:ext uri="{FF2B5EF4-FFF2-40B4-BE49-F238E27FC236}">
                    <a16:creationId xmlns:a16="http://schemas.microsoft.com/office/drawing/2014/main" id="{A91CBA71-A115-3084-EBD1-ECAADCE5E2D6}"/>
                  </a:ext>
                </a:extLst>
              </p:cNvPr>
              <p:cNvSpPr/>
              <p:nvPr/>
            </p:nvSpPr>
            <p:spPr>
              <a:xfrm>
                <a:off x="1719202" y="688913"/>
                <a:ext cx="167558" cy="165398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211" extrusionOk="0">
                    <a:moveTo>
                      <a:pt x="1500" y="0"/>
                    </a:moveTo>
                    <a:cubicBezTo>
                      <a:pt x="1152" y="0"/>
                      <a:pt x="920" y="223"/>
                      <a:pt x="920" y="223"/>
                    </a:cubicBezTo>
                    <a:cubicBezTo>
                      <a:pt x="920" y="223"/>
                      <a:pt x="322" y="1151"/>
                      <a:pt x="161" y="1811"/>
                    </a:cubicBezTo>
                    <a:cubicBezTo>
                      <a:pt x="1" y="2436"/>
                      <a:pt x="875" y="2739"/>
                      <a:pt x="875" y="2739"/>
                    </a:cubicBezTo>
                    <a:lnTo>
                      <a:pt x="875" y="4211"/>
                    </a:lnTo>
                    <a:lnTo>
                      <a:pt x="3150" y="4211"/>
                    </a:lnTo>
                    <a:cubicBezTo>
                      <a:pt x="3150" y="4211"/>
                      <a:pt x="3667" y="2534"/>
                      <a:pt x="3953" y="1427"/>
                    </a:cubicBezTo>
                    <a:cubicBezTo>
                      <a:pt x="3962" y="1383"/>
                      <a:pt x="3980" y="1329"/>
                      <a:pt x="3989" y="1285"/>
                    </a:cubicBezTo>
                    <a:cubicBezTo>
                      <a:pt x="4265" y="187"/>
                      <a:pt x="3641" y="170"/>
                      <a:pt x="3641" y="170"/>
                    </a:cubicBezTo>
                    <a:lnTo>
                      <a:pt x="3516" y="161"/>
                    </a:lnTo>
                    <a:lnTo>
                      <a:pt x="2927" y="125"/>
                    </a:lnTo>
                    <a:cubicBezTo>
                      <a:pt x="2927" y="125"/>
                      <a:pt x="1937" y="27"/>
                      <a:pt x="15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0">
                <a:extLst>
                  <a:ext uri="{FF2B5EF4-FFF2-40B4-BE49-F238E27FC236}">
                    <a16:creationId xmlns:a16="http://schemas.microsoft.com/office/drawing/2014/main" id="{0BF61E89-15C6-F102-6C06-0D4D89ABCB20}"/>
                  </a:ext>
                </a:extLst>
              </p:cNvPr>
              <p:cNvSpPr/>
              <p:nvPr/>
            </p:nvSpPr>
            <p:spPr>
              <a:xfrm>
                <a:off x="1653335" y="682864"/>
                <a:ext cx="140535" cy="49529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1261" extrusionOk="0">
                    <a:moveTo>
                      <a:pt x="482" y="1"/>
                    </a:moveTo>
                    <a:cubicBezTo>
                      <a:pt x="388" y="1"/>
                      <a:pt x="139" y="30"/>
                      <a:pt x="81" y="333"/>
                    </a:cubicBezTo>
                    <a:cubicBezTo>
                      <a:pt x="1" y="707"/>
                      <a:pt x="108" y="895"/>
                      <a:pt x="911" y="966"/>
                    </a:cubicBezTo>
                    <a:cubicBezTo>
                      <a:pt x="1722" y="1046"/>
                      <a:pt x="3061" y="1260"/>
                      <a:pt x="3061" y="1260"/>
                    </a:cubicBezTo>
                    <a:cubicBezTo>
                      <a:pt x="3061" y="1260"/>
                      <a:pt x="3578" y="1225"/>
                      <a:pt x="3578" y="627"/>
                    </a:cubicBezTo>
                    <a:cubicBezTo>
                      <a:pt x="3578" y="154"/>
                      <a:pt x="3212" y="154"/>
                      <a:pt x="3212" y="154"/>
                    </a:cubicBezTo>
                    <a:lnTo>
                      <a:pt x="518" y="2"/>
                    </a:lnTo>
                    <a:cubicBezTo>
                      <a:pt x="518" y="2"/>
                      <a:pt x="505" y="1"/>
                      <a:pt x="4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0">
                <a:extLst>
                  <a:ext uri="{FF2B5EF4-FFF2-40B4-BE49-F238E27FC236}">
                    <a16:creationId xmlns:a16="http://schemas.microsoft.com/office/drawing/2014/main" id="{B230C617-F8C6-0FB3-12C4-4A90D0CF7CF2}"/>
                  </a:ext>
                </a:extLst>
              </p:cNvPr>
              <p:cNvSpPr/>
              <p:nvPr/>
            </p:nvSpPr>
            <p:spPr>
              <a:xfrm>
                <a:off x="1771322" y="554548"/>
                <a:ext cx="103850" cy="114258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909" extrusionOk="0">
                    <a:moveTo>
                      <a:pt x="1656" y="0"/>
                    </a:moveTo>
                    <a:cubicBezTo>
                      <a:pt x="1523" y="0"/>
                      <a:pt x="1374" y="20"/>
                      <a:pt x="1207" y="67"/>
                    </a:cubicBezTo>
                    <a:cubicBezTo>
                      <a:pt x="1207" y="67"/>
                      <a:pt x="984" y="156"/>
                      <a:pt x="743" y="415"/>
                    </a:cubicBezTo>
                    <a:cubicBezTo>
                      <a:pt x="619" y="540"/>
                      <a:pt x="494" y="709"/>
                      <a:pt x="387" y="932"/>
                    </a:cubicBezTo>
                    <a:cubicBezTo>
                      <a:pt x="297" y="1119"/>
                      <a:pt x="217" y="1343"/>
                      <a:pt x="164" y="1601"/>
                    </a:cubicBezTo>
                    <a:cubicBezTo>
                      <a:pt x="0" y="2507"/>
                      <a:pt x="92" y="2909"/>
                      <a:pt x="688" y="2909"/>
                    </a:cubicBezTo>
                    <a:cubicBezTo>
                      <a:pt x="873" y="2909"/>
                      <a:pt x="1106" y="2870"/>
                      <a:pt x="1395" y="2797"/>
                    </a:cubicBezTo>
                    <a:cubicBezTo>
                      <a:pt x="2617" y="2484"/>
                      <a:pt x="2644" y="691"/>
                      <a:pt x="2644" y="691"/>
                    </a:cubicBezTo>
                    <a:cubicBezTo>
                      <a:pt x="2644" y="691"/>
                      <a:pt x="2435" y="0"/>
                      <a:pt x="1656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0">
                <a:extLst>
                  <a:ext uri="{FF2B5EF4-FFF2-40B4-BE49-F238E27FC236}">
                    <a16:creationId xmlns:a16="http://schemas.microsoft.com/office/drawing/2014/main" id="{3EBEA8FE-5A0D-37C4-220E-9B1D4EEBC69E}"/>
                  </a:ext>
                </a:extLst>
              </p:cNvPr>
              <p:cNvSpPr/>
              <p:nvPr/>
            </p:nvSpPr>
            <p:spPr>
              <a:xfrm>
                <a:off x="1786483" y="570298"/>
                <a:ext cx="50511" cy="24666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628" extrusionOk="0">
                    <a:moveTo>
                      <a:pt x="537" y="0"/>
                    </a:moveTo>
                    <a:cubicBezTo>
                      <a:pt x="475" y="0"/>
                      <a:pt x="415" y="4"/>
                      <a:pt x="357" y="14"/>
                    </a:cubicBezTo>
                    <a:cubicBezTo>
                      <a:pt x="233" y="139"/>
                      <a:pt x="108" y="308"/>
                      <a:pt x="1" y="531"/>
                    </a:cubicBezTo>
                    <a:cubicBezTo>
                      <a:pt x="134" y="566"/>
                      <a:pt x="393" y="628"/>
                      <a:pt x="638" y="628"/>
                    </a:cubicBezTo>
                    <a:cubicBezTo>
                      <a:pt x="837" y="628"/>
                      <a:pt x="1026" y="587"/>
                      <a:pt x="1134" y="460"/>
                    </a:cubicBezTo>
                    <a:cubicBezTo>
                      <a:pt x="1134" y="460"/>
                      <a:pt x="1276" y="344"/>
                      <a:pt x="1285" y="130"/>
                    </a:cubicBezTo>
                    <a:cubicBezTo>
                      <a:pt x="1285" y="130"/>
                      <a:pt x="891" y="0"/>
                      <a:pt x="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0">
                <a:extLst>
                  <a:ext uri="{FF2B5EF4-FFF2-40B4-BE49-F238E27FC236}">
                    <a16:creationId xmlns:a16="http://schemas.microsoft.com/office/drawing/2014/main" id="{74C5FC4E-35C7-CE09-5ED8-58A7CC70830B}"/>
                  </a:ext>
                </a:extLst>
              </p:cNvPr>
              <p:cNvSpPr/>
              <p:nvPr/>
            </p:nvSpPr>
            <p:spPr>
              <a:xfrm>
                <a:off x="1772107" y="547832"/>
                <a:ext cx="116026" cy="12344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3143" extrusionOk="0">
                    <a:moveTo>
                      <a:pt x="1204" y="1"/>
                    </a:moveTo>
                    <a:cubicBezTo>
                      <a:pt x="1075" y="1"/>
                      <a:pt x="947" y="13"/>
                      <a:pt x="822" y="42"/>
                    </a:cubicBezTo>
                    <a:cubicBezTo>
                      <a:pt x="563" y="95"/>
                      <a:pt x="72" y="336"/>
                      <a:pt x="37" y="639"/>
                    </a:cubicBezTo>
                    <a:cubicBezTo>
                      <a:pt x="1" y="951"/>
                      <a:pt x="563" y="1103"/>
                      <a:pt x="804" y="1139"/>
                    </a:cubicBezTo>
                    <a:cubicBezTo>
                      <a:pt x="852" y="1145"/>
                      <a:pt x="901" y="1149"/>
                      <a:pt x="951" y="1149"/>
                    </a:cubicBezTo>
                    <a:cubicBezTo>
                      <a:pt x="1167" y="1149"/>
                      <a:pt x="1385" y="1081"/>
                      <a:pt x="1509" y="907"/>
                    </a:cubicBezTo>
                    <a:lnTo>
                      <a:pt x="1509" y="907"/>
                    </a:lnTo>
                    <a:cubicBezTo>
                      <a:pt x="1384" y="1478"/>
                      <a:pt x="1339" y="2031"/>
                      <a:pt x="1366" y="2611"/>
                    </a:cubicBezTo>
                    <a:cubicBezTo>
                      <a:pt x="1375" y="2673"/>
                      <a:pt x="1339" y="3012"/>
                      <a:pt x="1384" y="3057"/>
                    </a:cubicBezTo>
                    <a:cubicBezTo>
                      <a:pt x="1419" y="3093"/>
                      <a:pt x="1517" y="3075"/>
                      <a:pt x="1562" y="3101"/>
                    </a:cubicBezTo>
                    <a:cubicBezTo>
                      <a:pt x="1626" y="3132"/>
                      <a:pt x="1689" y="3143"/>
                      <a:pt x="1753" y="3143"/>
                    </a:cubicBezTo>
                    <a:cubicBezTo>
                      <a:pt x="1860" y="3143"/>
                      <a:pt x="1968" y="3111"/>
                      <a:pt x="2079" y="3084"/>
                    </a:cubicBezTo>
                    <a:cubicBezTo>
                      <a:pt x="2160" y="3061"/>
                      <a:pt x="2245" y="3043"/>
                      <a:pt x="2334" y="3043"/>
                    </a:cubicBezTo>
                    <a:cubicBezTo>
                      <a:pt x="2423" y="3043"/>
                      <a:pt x="2517" y="3061"/>
                      <a:pt x="2615" y="3110"/>
                    </a:cubicBezTo>
                    <a:cubicBezTo>
                      <a:pt x="2625" y="3121"/>
                      <a:pt x="2642" y="3125"/>
                      <a:pt x="2657" y="3125"/>
                    </a:cubicBezTo>
                    <a:cubicBezTo>
                      <a:pt x="2668" y="3125"/>
                      <a:pt x="2679" y="3123"/>
                      <a:pt x="2686" y="3119"/>
                    </a:cubicBezTo>
                    <a:cubicBezTo>
                      <a:pt x="2740" y="3101"/>
                      <a:pt x="2766" y="3039"/>
                      <a:pt x="2775" y="2985"/>
                    </a:cubicBezTo>
                    <a:cubicBezTo>
                      <a:pt x="2891" y="2397"/>
                      <a:pt x="2954" y="1799"/>
                      <a:pt x="2945" y="1201"/>
                    </a:cubicBezTo>
                    <a:cubicBezTo>
                      <a:pt x="2945" y="969"/>
                      <a:pt x="2927" y="711"/>
                      <a:pt x="2793" y="514"/>
                    </a:cubicBezTo>
                    <a:cubicBezTo>
                      <a:pt x="2633" y="291"/>
                      <a:pt x="2347" y="193"/>
                      <a:pt x="2071" y="131"/>
                    </a:cubicBezTo>
                    <a:cubicBezTo>
                      <a:pt x="2053" y="122"/>
                      <a:pt x="2044" y="122"/>
                      <a:pt x="2026" y="122"/>
                    </a:cubicBezTo>
                    <a:cubicBezTo>
                      <a:pt x="1753" y="55"/>
                      <a:pt x="1476" y="1"/>
                      <a:pt x="12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0">
                <a:extLst>
                  <a:ext uri="{FF2B5EF4-FFF2-40B4-BE49-F238E27FC236}">
                    <a16:creationId xmlns:a16="http://schemas.microsoft.com/office/drawing/2014/main" id="{EA4C787F-E042-82C8-0941-2863D965A408}"/>
                  </a:ext>
                </a:extLst>
              </p:cNvPr>
              <p:cNvSpPr/>
              <p:nvPr/>
            </p:nvSpPr>
            <p:spPr>
              <a:xfrm>
                <a:off x="1818375" y="607886"/>
                <a:ext cx="19325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51" extrusionOk="0">
                    <a:moveTo>
                      <a:pt x="245" y="0"/>
                    </a:moveTo>
                    <a:cubicBezTo>
                      <a:pt x="133" y="0"/>
                      <a:pt x="35" y="84"/>
                      <a:pt x="18" y="199"/>
                    </a:cubicBezTo>
                    <a:cubicBezTo>
                      <a:pt x="0" y="315"/>
                      <a:pt x="90" y="431"/>
                      <a:pt x="215" y="448"/>
                    </a:cubicBezTo>
                    <a:cubicBezTo>
                      <a:pt x="226" y="450"/>
                      <a:pt x="238" y="451"/>
                      <a:pt x="249" y="451"/>
                    </a:cubicBezTo>
                    <a:cubicBezTo>
                      <a:pt x="360" y="451"/>
                      <a:pt x="457" y="374"/>
                      <a:pt x="473" y="261"/>
                    </a:cubicBezTo>
                    <a:cubicBezTo>
                      <a:pt x="491" y="136"/>
                      <a:pt x="402" y="20"/>
                      <a:pt x="277" y="2"/>
                    </a:cubicBezTo>
                    <a:cubicBezTo>
                      <a:pt x="266" y="1"/>
                      <a:pt x="256" y="0"/>
                      <a:pt x="245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0">
                <a:extLst>
                  <a:ext uri="{FF2B5EF4-FFF2-40B4-BE49-F238E27FC236}">
                    <a16:creationId xmlns:a16="http://schemas.microsoft.com/office/drawing/2014/main" id="{0E76C316-3985-708B-F534-E303D74E100E}"/>
                  </a:ext>
                </a:extLst>
              </p:cNvPr>
              <p:cNvSpPr/>
              <p:nvPr/>
            </p:nvSpPr>
            <p:spPr>
              <a:xfrm>
                <a:off x="1778077" y="688913"/>
                <a:ext cx="79223" cy="31933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813" extrusionOk="0">
                    <a:moveTo>
                      <a:pt x="1" y="0"/>
                    </a:moveTo>
                    <a:cubicBezTo>
                      <a:pt x="99" y="161"/>
                      <a:pt x="313" y="357"/>
                      <a:pt x="366" y="464"/>
                    </a:cubicBezTo>
                    <a:cubicBezTo>
                      <a:pt x="402" y="544"/>
                      <a:pt x="438" y="633"/>
                      <a:pt x="500" y="696"/>
                    </a:cubicBezTo>
                    <a:cubicBezTo>
                      <a:pt x="580" y="776"/>
                      <a:pt x="696" y="803"/>
                      <a:pt x="812" y="812"/>
                    </a:cubicBezTo>
                    <a:cubicBezTo>
                      <a:pt x="824" y="812"/>
                      <a:pt x="835" y="813"/>
                      <a:pt x="847" y="813"/>
                    </a:cubicBezTo>
                    <a:cubicBezTo>
                      <a:pt x="1084" y="813"/>
                      <a:pt x="1312" y="725"/>
                      <a:pt x="1508" y="598"/>
                    </a:cubicBezTo>
                    <a:cubicBezTo>
                      <a:pt x="1696" y="473"/>
                      <a:pt x="1856" y="321"/>
                      <a:pt x="2017" y="161"/>
                    </a:cubicBezTo>
                    <a:lnTo>
                      <a:pt x="1428" y="125"/>
                    </a:lnTo>
                    <a:cubicBezTo>
                      <a:pt x="1428" y="125"/>
                      <a:pt x="438" y="27"/>
                      <a:pt x="63" y="0"/>
                    </a:cubicBezTo>
                    <a:close/>
                  </a:path>
                </a:pathLst>
              </a:custGeom>
              <a:solidFill>
                <a:srgbClr val="FCC3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0">
                <a:extLst>
                  <a:ext uri="{FF2B5EF4-FFF2-40B4-BE49-F238E27FC236}">
                    <a16:creationId xmlns:a16="http://schemas.microsoft.com/office/drawing/2014/main" id="{1E04C2E9-DD38-980F-CED1-14D81419D709}"/>
                  </a:ext>
                </a:extLst>
              </p:cNvPr>
              <p:cNvSpPr/>
              <p:nvPr/>
            </p:nvSpPr>
            <p:spPr>
              <a:xfrm>
                <a:off x="1684521" y="570063"/>
                <a:ext cx="3157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485" extrusionOk="0">
                    <a:moveTo>
                      <a:pt x="284" y="0"/>
                    </a:moveTo>
                    <a:cubicBezTo>
                      <a:pt x="273" y="0"/>
                      <a:pt x="262" y="1"/>
                      <a:pt x="250" y="2"/>
                    </a:cubicBezTo>
                    <a:cubicBezTo>
                      <a:pt x="179" y="2"/>
                      <a:pt x="99" y="29"/>
                      <a:pt x="54" y="82"/>
                    </a:cubicBezTo>
                    <a:cubicBezTo>
                      <a:pt x="10" y="145"/>
                      <a:pt x="1" y="234"/>
                      <a:pt x="54" y="287"/>
                    </a:cubicBezTo>
                    <a:cubicBezTo>
                      <a:pt x="72" y="305"/>
                      <a:pt x="99" y="323"/>
                      <a:pt x="126" y="332"/>
                    </a:cubicBezTo>
                    <a:cubicBezTo>
                      <a:pt x="179" y="368"/>
                      <a:pt x="241" y="394"/>
                      <a:pt x="295" y="421"/>
                    </a:cubicBezTo>
                    <a:cubicBezTo>
                      <a:pt x="331" y="439"/>
                      <a:pt x="366" y="457"/>
                      <a:pt x="402" y="475"/>
                    </a:cubicBezTo>
                    <a:cubicBezTo>
                      <a:pt x="428" y="482"/>
                      <a:pt x="456" y="485"/>
                      <a:pt x="485" y="485"/>
                    </a:cubicBezTo>
                    <a:cubicBezTo>
                      <a:pt x="523" y="485"/>
                      <a:pt x="562" y="480"/>
                      <a:pt x="598" y="475"/>
                    </a:cubicBezTo>
                    <a:cubicBezTo>
                      <a:pt x="652" y="457"/>
                      <a:pt x="705" y="439"/>
                      <a:pt x="741" y="403"/>
                    </a:cubicBezTo>
                    <a:cubicBezTo>
                      <a:pt x="795" y="341"/>
                      <a:pt x="804" y="252"/>
                      <a:pt x="804" y="162"/>
                    </a:cubicBezTo>
                    <a:cubicBezTo>
                      <a:pt x="804" y="145"/>
                      <a:pt x="804" y="127"/>
                      <a:pt x="795" y="109"/>
                    </a:cubicBezTo>
                    <a:cubicBezTo>
                      <a:pt x="786" y="82"/>
                      <a:pt x="768" y="73"/>
                      <a:pt x="741" y="64"/>
                    </a:cubicBezTo>
                    <a:cubicBezTo>
                      <a:pt x="652" y="29"/>
                      <a:pt x="572" y="38"/>
                      <a:pt x="473" y="29"/>
                    </a:cubicBezTo>
                    <a:cubicBezTo>
                      <a:pt x="412" y="21"/>
                      <a:pt x="351" y="0"/>
                      <a:pt x="284" y="0"/>
                    </a:cubicBez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0">
                <a:extLst>
                  <a:ext uri="{FF2B5EF4-FFF2-40B4-BE49-F238E27FC236}">
                    <a16:creationId xmlns:a16="http://schemas.microsoft.com/office/drawing/2014/main" id="{A6FC1197-6C5E-476C-B20E-DDFA4569955B}"/>
                  </a:ext>
                </a:extLst>
              </p:cNvPr>
              <p:cNvSpPr/>
              <p:nvPr/>
            </p:nvSpPr>
            <p:spPr>
              <a:xfrm>
                <a:off x="1824109" y="852539"/>
                <a:ext cx="58759" cy="37549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56" extrusionOk="0">
                    <a:moveTo>
                      <a:pt x="1086" y="0"/>
                    </a:moveTo>
                    <a:lnTo>
                      <a:pt x="863" y="286"/>
                    </a:lnTo>
                    <a:cubicBezTo>
                      <a:pt x="863" y="286"/>
                      <a:pt x="643" y="226"/>
                      <a:pt x="432" y="226"/>
                    </a:cubicBezTo>
                    <a:cubicBezTo>
                      <a:pt x="253" y="226"/>
                      <a:pt x="79" y="269"/>
                      <a:pt x="51" y="428"/>
                    </a:cubicBezTo>
                    <a:cubicBezTo>
                      <a:pt x="0" y="709"/>
                      <a:pt x="148" y="955"/>
                      <a:pt x="366" y="955"/>
                    </a:cubicBezTo>
                    <a:cubicBezTo>
                      <a:pt x="418" y="955"/>
                      <a:pt x="474" y="941"/>
                      <a:pt x="532" y="910"/>
                    </a:cubicBezTo>
                    <a:cubicBezTo>
                      <a:pt x="808" y="764"/>
                      <a:pt x="877" y="722"/>
                      <a:pt x="1041" y="722"/>
                    </a:cubicBezTo>
                    <a:cubicBezTo>
                      <a:pt x="1058" y="722"/>
                      <a:pt x="1076" y="722"/>
                      <a:pt x="1094" y="723"/>
                    </a:cubicBezTo>
                    <a:cubicBezTo>
                      <a:pt x="1096" y="723"/>
                      <a:pt x="1098" y="723"/>
                      <a:pt x="1100" y="723"/>
                    </a:cubicBezTo>
                    <a:cubicBezTo>
                      <a:pt x="1295" y="723"/>
                      <a:pt x="1496" y="295"/>
                      <a:pt x="1496" y="295"/>
                    </a:cubicBezTo>
                    <a:lnTo>
                      <a:pt x="1086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0">
                <a:extLst>
                  <a:ext uri="{FF2B5EF4-FFF2-40B4-BE49-F238E27FC236}">
                    <a16:creationId xmlns:a16="http://schemas.microsoft.com/office/drawing/2014/main" id="{B74EDD41-3D6F-72B9-49EC-B522C0440D77}"/>
                  </a:ext>
                </a:extLst>
              </p:cNvPr>
              <p:cNvSpPr/>
              <p:nvPr/>
            </p:nvSpPr>
            <p:spPr>
              <a:xfrm>
                <a:off x="1827487" y="695904"/>
                <a:ext cx="139160" cy="181541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4622" extrusionOk="0">
                    <a:moveTo>
                      <a:pt x="877" y="0"/>
                    </a:moveTo>
                    <a:cubicBezTo>
                      <a:pt x="601" y="0"/>
                      <a:pt x="455" y="313"/>
                      <a:pt x="455" y="313"/>
                    </a:cubicBezTo>
                    <a:cubicBezTo>
                      <a:pt x="0" y="857"/>
                      <a:pt x="545" y="1223"/>
                      <a:pt x="545" y="1223"/>
                    </a:cubicBezTo>
                    <a:lnTo>
                      <a:pt x="2133" y="2311"/>
                    </a:lnTo>
                    <a:lnTo>
                      <a:pt x="803" y="4184"/>
                    </a:lnTo>
                    <a:lnTo>
                      <a:pt x="1223" y="4622"/>
                    </a:lnTo>
                    <a:cubicBezTo>
                      <a:pt x="1223" y="4622"/>
                      <a:pt x="2427" y="3230"/>
                      <a:pt x="2989" y="2686"/>
                    </a:cubicBezTo>
                    <a:cubicBezTo>
                      <a:pt x="3542" y="2150"/>
                      <a:pt x="3194" y="1847"/>
                      <a:pt x="3194" y="1847"/>
                    </a:cubicBezTo>
                    <a:cubicBezTo>
                      <a:pt x="3194" y="1847"/>
                      <a:pt x="1642" y="438"/>
                      <a:pt x="1169" y="108"/>
                    </a:cubicBezTo>
                    <a:cubicBezTo>
                      <a:pt x="1060" y="30"/>
                      <a:pt x="962" y="0"/>
                      <a:pt x="8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0">
                <a:extLst>
                  <a:ext uri="{FF2B5EF4-FFF2-40B4-BE49-F238E27FC236}">
                    <a16:creationId xmlns:a16="http://schemas.microsoft.com/office/drawing/2014/main" id="{7DF42FE5-B4C4-14BC-07AA-54C830A6185C}"/>
                  </a:ext>
                </a:extLst>
              </p:cNvPr>
              <p:cNvSpPr/>
              <p:nvPr/>
            </p:nvSpPr>
            <p:spPr>
              <a:xfrm>
                <a:off x="1706241" y="1292945"/>
                <a:ext cx="89710" cy="5546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1412" extrusionOk="0">
                    <a:moveTo>
                      <a:pt x="1517" y="1"/>
                    </a:moveTo>
                    <a:cubicBezTo>
                      <a:pt x="1517" y="1"/>
                      <a:pt x="1508" y="188"/>
                      <a:pt x="1535" y="402"/>
                    </a:cubicBezTo>
                    <a:cubicBezTo>
                      <a:pt x="1580" y="706"/>
                      <a:pt x="1437" y="768"/>
                      <a:pt x="1437" y="768"/>
                    </a:cubicBezTo>
                    <a:cubicBezTo>
                      <a:pt x="1437" y="768"/>
                      <a:pt x="1044" y="884"/>
                      <a:pt x="697" y="1009"/>
                    </a:cubicBezTo>
                    <a:cubicBezTo>
                      <a:pt x="491" y="1089"/>
                      <a:pt x="295" y="1161"/>
                      <a:pt x="215" y="1214"/>
                    </a:cubicBezTo>
                    <a:cubicBezTo>
                      <a:pt x="1" y="1339"/>
                      <a:pt x="215" y="1410"/>
                      <a:pt x="215" y="1410"/>
                    </a:cubicBezTo>
                    <a:cubicBezTo>
                      <a:pt x="215" y="1410"/>
                      <a:pt x="802" y="1402"/>
                      <a:pt x="1304" y="1402"/>
                    </a:cubicBezTo>
                    <a:cubicBezTo>
                      <a:pt x="1555" y="1402"/>
                      <a:pt x="1785" y="1404"/>
                      <a:pt x="1910" y="1410"/>
                    </a:cubicBezTo>
                    <a:cubicBezTo>
                      <a:pt x="1919" y="1411"/>
                      <a:pt x="1927" y="1411"/>
                      <a:pt x="1935" y="1411"/>
                    </a:cubicBezTo>
                    <a:cubicBezTo>
                      <a:pt x="2284" y="1411"/>
                      <a:pt x="2267" y="1054"/>
                      <a:pt x="2267" y="1054"/>
                    </a:cubicBezTo>
                    <a:lnTo>
                      <a:pt x="2267" y="108"/>
                    </a:lnTo>
                    <a:lnTo>
                      <a:pt x="1517" y="1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0">
                <a:extLst>
                  <a:ext uri="{FF2B5EF4-FFF2-40B4-BE49-F238E27FC236}">
                    <a16:creationId xmlns:a16="http://schemas.microsoft.com/office/drawing/2014/main" id="{1EDCFABD-2B11-9F7E-D982-92648B6F1330}"/>
                  </a:ext>
                </a:extLst>
              </p:cNvPr>
              <p:cNvSpPr/>
              <p:nvPr/>
            </p:nvSpPr>
            <p:spPr>
              <a:xfrm>
                <a:off x="1706241" y="1330454"/>
                <a:ext cx="89710" cy="1795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457" extrusionOk="0">
                    <a:moveTo>
                      <a:pt x="2267" y="0"/>
                    </a:moveTo>
                    <a:cubicBezTo>
                      <a:pt x="2240" y="0"/>
                      <a:pt x="2204" y="0"/>
                      <a:pt x="2177" y="9"/>
                    </a:cubicBezTo>
                    <a:cubicBezTo>
                      <a:pt x="2070" y="18"/>
                      <a:pt x="1981" y="63"/>
                      <a:pt x="1883" y="107"/>
                    </a:cubicBezTo>
                    <a:cubicBezTo>
                      <a:pt x="1627" y="201"/>
                      <a:pt x="1353" y="251"/>
                      <a:pt x="1080" y="251"/>
                    </a:cubicBezTo>
                    <a:cubicBezTo>
                      <a:pt x="963" y="251"/>
                      <a:pt x="847" y="242"/>
                      <a:pt x="732" y="223"/>
                    </a:cubicBezTo>
                    <a:cubicBezTo>
                      <a:pt x="697" y="215"/>
                      <a:pt x="652" y="206"/>
                      <a:pt x="643" y="170"/>
                    </a:cubicBezTo>
                    <a:cubicBezTo>
                      <a:pt x="634" y="143"/>
                      <a:pt x="652" y="116"/>
                      <a:pt x="670" y="99"/>
                    </a:cubicBezTo>
                    <a:cubicBezTo>
                      <a:pt x="679" y="81"/>
                      <a:pt x="688" y="72"/>
                      <a:pt x="697" y="54"/>
                    </a:cubicBezTo>
                    <a:lnTo>
                      <a:pt x="697" y="54"/>
                    </a:lnTo>
                    <a:cubicBezTo>
                      <a:pt x="491" y="134"/>
                      <a:pt x="295" y="206"/>
                      <a:pt x="215" y="259"/>
                    </a:cubicBezTo>
                    <a:cubicBezTo>
                      <a:pt x="1" y="384"/>
                      <a:pt x="215" y="455"/>
                      <a:pt x="215" y="455"/>
                    </a:cubicBezTo>
                    <a:cubicBezTo>
                      <a:pt x="215" y="455"/>
                      <a:pt x="802" y="447"/>
                      <a:pt x="1304" y="447"/>
                    </a:cubicBezTo>
                    <a:cubicBezTo>
                      <a:pt x="1555" y="447"/>
                      <a:pt x="1785" y="449"/>
                      <a:pt x="1910" y="455"/>
                    </a:cubicBezTo>
                    <a:cubicBezTo>
                      <a:pt x="1919" y="456"/>
                      <a:pt x="1927" y="456"/>
                      <a:pt x="1935" y="456"/>
                    </a:cubicBezTo>
                    <a:cubicBezTo>
                      <a:pt x="2284" y="456"/>
                      <a:pt x="2267" y="99"/>
                      <a:pt x="2267" y="99"/>
                    </a:cubicBezTo>
                    <a:lnTo>
                      <a:pt x="22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0">
                <a:extLst>
                  <a:ext uri="{FF2B5EF4-FFF2-40B4-BE49-F238E27FC236}">
                    <a16:creationId xmlns:a16="http://schemas.microsoft.com/office/drawing/2014/main" id="{48B09CBA-C931-8C33-FC14-C2DF85C5E3D0}"/>
                  </a:ext>
                </a:extLst>
              </p:cNvPr>
              <p:cNvSpPr/>
              <p:nvPr/>
            </p:nvSpPr>
            <p:spPr>
              <a:xfrm>
                <a:off x="1860401" y="1304178"/>
                <a:ext cx="86607" cy="7187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830" extrusionOk="0">
                    <a:moveTo>
                      <a:pt x="1821" y="0"/>
                    </a:moveTo>
                    <a:lnTo>
                      <a:pt x="1196" y="27"/>
                    </a:lnTo>
                    <a:cubicBezTo>
                      <a:pt x="1196" y="27"/>
                      <a:pt x="1259" y="250"/>
                      <a:pt x="1312" y="464"/>
                    </a:cubicBezTo>
                    <a:cubicBezTo>
                      <a:pt x="1348" y="616"/>
                      <a:pt x="1277" y="768"/>
                      <a:pt x="1232" y="839"/>
                    </a:cubicBezTo>
                    <a:cubicBezTo>
                      <a:pt x="1223" y="857"/>
                      <a:pt x="1205" y="875"/>
                      <a:pt x="1179" y="884"/>
                    </a:cubicBezTo>
                    <a:cubicBezTo>
                      <a:pt x="1089" y="946"/>
                      <a:pt x="822" y="1133"/>
                      <a:pt x="572" y="1312"/>
                    </a:cubicBezTo>
                    <a:cubicBezTo>
                      <a:pt x="394" y="1446"/>
                      <a:pt x="233" y="1570"/>
                      <a:pt x="170" y="1642"/>
                    </a:cubicBezTo>
                    <a:cubicBezTo>
                      <a:pt x="1" y="1820"/>
                      <a:pt x="224" y="1829"/>
                      <a:pt x="224" y="1829"/>
                    </a:cubicBezTo>
                    <a:cubicBezTo>
                      <a:pt x="224" y="1829"/>
                      <a:pt x="1482" y="1446"/>
                      <a:pt x="1848" y="1356"/>
                    </a:cubicBezTo>
                    <a:cubicBezTo>
                      <a:pt x="2204" y="1258"/>
                      <a:pt x="2089" y="901"/>
                      <a:pt x="2089" y="901"/>
                    </a:cubicBezTo>
                    <a:lnTo>
                      <a:pt x="1821" y="0"/>
                    </a:lnTo>
                    <a:close/>
                  </a:path>
                </a:pathLst>
              </a:custGeom>
              <a:solidFill>
                <a:srgbClr val="FBBD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0">
                <a:extLst>
                  <a:ext uri="{FF2B5EF4-FFF2-40B4-BE49-F238E27FC236}">
                    <a16:creationId xmlns:a16="http://schemas.microsoft.com/office/drawing/2014/main" id="{AA91290F-0194-7949-60A8-DDCC968BD2F3}"/>
                  </a:ext>
                </a:extLst>
              </p:cNvPr>
              <p:cNvSpPr/>
              <p:nvPr/>
            </p:nvSpPr>
            <p:spPr>
              <a:xfrm>
                <a:off x="1860401" y="1336071"/>
                <a:ext cx="86607" cy="39984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018" extrusionOk="0">
                    <a:moveTo>
                      <a:pt x="2062" y="0"/>
                    </a:moveTo>
                    <a:cubicBezTo>
                      <a:pt x="2035" y="9"/>
                      <a:pt x="1999" y="18"/>
                      <a:pt x="1973" y="36"/>
                    </a:cubicBezTo>
                    <a:cubicBezTo>
                      <a:pt x="1883" y="80"/>
                      <a:pt x="1803" y="152"/>
                      <a:pt x="1714" y="214"/>
                    </a:cubicBezTo>
                    <a:cubicBezTo>
                      <a:pt x="1411" y="455"/>
                      <a:pt x="1036" y="607"/>
                      <a:pt x="643" y="651"/>
                    </a:cubicBezTo>
                    <a:cubicBezTo>
                      <a:pt x="608" y="651"/>
                      <a:pt x="572" y="651"/>
                      <a:pt x="554" y="625"/>
                    </a:cubicBezTo>
                    <a:cubicBezTo>
                      <a:pt x="536" y="598"/>
                      <a:pt x="545" y="571"/>
                      <a:pt x="554" y="544"/>
                    </a:cubicBezTo>
                    <a:cubicBezTo>
                      <a:pt x="554" y="535"/>
                      <a:pt x="563" y="518"/>
                      <a:pt x="572" y="500"/>
                    </a:cubicBezTo>
                    <a:lnTo>
                      <a:pt x="572" y="500"/>
                    </a:lnTo>
                    <a:cubicBezTo>
                      <a:pt x="394" y="634"/>
                      <a:pt x="233" y="758"/>
                      <a:pt x="170" y="830"/>
                    </a:cubicBezTo>
                    <a:cubicBezTo>
                      <a:pt x="1" y="1008"/>
                      <a:pt x="224" y="1017"/>
                      <a:pt x="224" y="1017"/>
                    </a:cubicBezTo>
                    <a:cubicBezTo>
                      <a:pt x="224" y="1017"/>
                      <a:pt x="1482" y="634"/>
                      <a:pt x="1848" y="544"/>
                    </a:cubicBezTo>
                    <a:cubicBezTo>
                      <a:pt x="2204" y="446"/>
                      <a:pt x="2089" y="89"/>
                      <a:pt x="2089" y="89"/>
                    </a:cubicBezTo>
                    <a:lnTo>
                      <a:pt x="206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8" name="Google Shape;418;p30">
            <a:extLst>
              <a:ext uri="{FF2B5EF4-FFF2-40B4-BE49-F238E27FC236}">
                <a16:creationId xmlns:a16="http://schemas.microsoft.com/office/drawing/2014/main" id="{8FBB5D35-1B90-D600-7E4B-9C53852FBCB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11869" y="-3862740"/>
            <a:ext cx="3687543" cy="1943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IAS - </a:t>
            </a:r>
            <a:r>
              <a:rPr lang="en-PH" sz="3600" b="1" dirty="0">
                <a:effectLst/>
                <a:ea typeface="Times New Roman" panose="02020603050405020304" pitchFamily="18" charset="0"/>
              </a:rPr>
              <a:t>Client Satisfaction Evaluation and Management System </a:t>
            </a:r>
            <a:r>
              <a:rPr lang="en" sz="3600" dirty="0">
                <a:solidFill>
                  <a:schemeClr val="accent1"/>
                </a:solidFill>
              </a:rPr>
              <a:t>(CSEMS)</a:t>
            </a:r>
            <a:br>
              <a:rPr lang="en" sz="3600" dirty="0">
                <a:solidFill>
                  <a:schemeClr val="accent1"/>
                </a:solidFill>
                <a:latin typeface="Signika"/>
              </a:rPr>
            </a:br>
            <a:br>
              <a:rPr lang="en" sz="3600" dirty="0">
                <a:solidFill>
                  <a:schemeClr val="accent1"/>
                </a:solidFill>
              </a:rPr>
            </a:b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420" name="Google Shape;420;p30">
            <a:extLst>
              <a:ext uri="{FF2B5EF4-FFF2-40B4-BE49-F238E27FC236}">
                <a16:creationId xmlns:a16="http://schemas.microsoft.com/office/drawing/2014/main" id="{04CF1762-0C6C-2984-54A4-59A9C9E7EB31}"/>
              </a:ext>
            </a:extLst>
          </p:cNvPr>
          <p:cNvSpPr/>
          <p:nvPr/>
        </p:nvSpPr>
        <p:spPr>
          <a:xfrm>
            <a:off x="3927269" y="-5256793"/>
            <a:ext cx="203697" cy="202300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">
            <a:extLst>
              <a:ext uri="{FF2B5EF4-FFF2-40B4-BE49-F238E27FC236}">
                <a16:creationId xmlns:a16="http://schemas.microsoft.com/office/drawing/2014/main" id="{E2707E17-CD4D-BEBA-5C4C-540E295A9901}"/>
              </a:ext>
            </a:extLst>
          </p:cNvPr>
          <p:cNvSpPr/>
          <p:nvPr/>
        </p:nvSpPr>
        <p:spPr>
          <a:xfrm>
            <a:off x="1171519" y="-5760393"/>
            <a:ext cx="203697" cy="202300"/>
          </a:xfrm>
          <a:custGeom>
            <a:avLst/>
            <a:gdLst/>
            <a:ahLst/>
            <a:cxnLst/>
            <a:rect l="l" t="t" r="r" b="b"/>
            <a:pathLst>
              <a:path w="3245" h="3223" extrusionOk="0">
                <a:moveTo>
                  <a:pt x="651" y="0"/>
                </a:moveTo>
                <a:cubicBezTo>
                  <a:pt x="626" y="0"/>
                  <a:pt x="222" y="404"/>
                  <a:pt x="179" y="430"/>
                </a:cubicBezTo>
                <a:lnTo>
                  <a:pt x="1169" y="1509"/>
                </a:lnTo>
                <a:lnTo>
                  <a:pt x="1" y="2571"/>
                </a:lnTo>
                <a:cubicBezTo>
                  <a:pt x="1" y="2580"/>
                  <a:pt x="438" y="3017"/>
                  <a:pt x="429" y="3044"/>
                </a:cubicBezTo>
                <a:lnTo>
                  <a:pt x="1598" y="1982"/>
                </a:lnTo>
                <a:lnTo>
                  <a:pt x="2730" y="3222"/>
                </a:lnTo>
                <a:lnTo>
                  <a:pt x="2730" y="3222"/>
                </a:lnTo>
                <a:cubicBezTo>
                  <a:pt x="2739" y="3213"/>
                  <a:pt x="3142" y="2803"/>
                  <a:pt x="3193" y="2803"/>
                </a:cubicBezTo>
                <a:cubicBezTo>
                  <a:pt x="3193" y="2803"/>
                  <a:pt x="3194" y="2803"/>
                  <a:pt x="3194" y="2803"/>
                </a:cubicBezTo>
                <a:lnTo>
                  <a:pt x="2061" y="1554"/>
                </a:lnTo>
                <a:lnTo>
                  <a:pt x="3230" y="492"/>
                </a:lnTo>
                <a:cubicBezTo>
                  <a:pt x="3231" y="493"/>
                  <a:pt x="3231" y="493"/>
                  <a:pt x="3232" y="493"/>
                </a:cubicBezTo>
                <a:cubicBezTo>
                  <a:pt x="3244" y="493"/>
                  <a:pt x="2867" y="25"/>
                  <a:pt x="2808" y="25"/>
                </a:cubicBezTo>
                <a:cubicBezTo>
                  <a:pt x="2805" y="25"/>
                  <a:pt x="2803" y="26"/>
                  <a:pt x="2802" y="28"/>
                </a:cubicBezTo>
                <a:lnTo>
                  <a:pt x="1633" y="1090"/>
                </a:lnTo>
                <a:lnTo>
                  <a:pt x="652" y="2"/>
                </a:lnTo>
                <a:cubicBezTo>
                  <a:pt x="652" y="1"/>
                  <a:pt x="651" y="0"/>
                  <a:pt x="651" y="0"/>
                </a:cubicBezTo>
                <a:close/>
                <a:moveTo>
                  <a:pt x="2730" y="3222"/>
                </a:moveTo>
                <a:cubicBezTo>
                  <a:pt x="2730" y="3222"/>
                  <a:pt x="2730" y="3222"/>
                  <a:pt x="2730" y="3222"/>
                </a:cubicBezTo>
                <a:cubicBezTo>
                  <a:pt x="2730" y="3222"/>
                  <a:pt x="2730" y="3222"/>
                  <a:pt x="2730" y="3222"/>
                </a:cubicBezTo>
                <a:lnTo>
                  <a:pt x="2730" y="3222"/>
                </a:lnTo>
                <a:close/>
              </a:path>
            </a:pathLst>
          </a:custGeom>
          <a:solidFill>
            <a:srgbClr val="FC67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26;p31">
            <a:extLst>
              <a:ext uri="{FF2B5EF4-FFF2-40B4-BE49-F238E27FC236}">
                <a16:creationId xmlns:a16="http://schemas.microsoft.com/office/drawing/2014/main" id="{5C33F274-C66D-E222-845F-D787944DC046}"/>
              </a:ext>
            </a:extLst>
          </p:cNvPr>
          <p:cNvSpPr txBox="1">
            <a:spLocks/>
          </p:cNvSpPr>
          <p:nvPr/>
        </p:nvSpPr>
        <p:spPr>
          <a:xfrm>
            <a:off x="720000" y="19990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ctr"/>
            <a:r>
              <a:rPr lang="en-PH" sz="7200" dirty="0"/>
              <a:t>INTRODUCTION</a:t>
            </a:r>
            <a:endParaRPr lang="en-PH" sz="7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004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E8EFECB3-7C26-F68C-B6AA-717B8C8D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C9E69233-311A-63C4-E3E2-E4ABB77C0913}"/>
              </a:ext>
            </a:extLst>
          </p:cNvPr>
          <p:cNvSpPr/>
          <p:nvPr/>
        </p:nvSpPr>
        <p:spPr>
          <a:xfrm rot="396665">
            <a:off x="901293" y="-6007226"/>
            <a:ext cx="3242197" cy="424621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26;p31">
            <a:extLst>
              <a:ext uri="{FF2B5EF4-FFF2-40B4-BE49-F238E27FC236}">
                <a16:creationId xmlns:a16="http://schemas.microsoft.com/office/drawing/2014/main" id="{CC2B58C8-D2F1-6BD0-4DDE-871C7C5B1826}"/>
              </a:ext>
            </a:extLst>
          </p:cNvPr>
          <p:cNvSpPr txBox="1">
            <a:spLocks/>
          </p:cNvSpPr>
          <p:nvPr/>
        </p:nvSpPr>
        <p:spPr>
          <a:xfrm>
            <a:off x="895412" y="1142400"/>
            <a:ext cx="7704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just"/>
            <a:r>
              <a:rPr lang="en-US" sz="2400" b="0" dirty="0"/>
              <a:t>The </a:t>
            </a:r>
            <a:r>
              <a:rPr lang="en-US" sz="2400" dirty="0"/>
              <a:t>IAS Client Satisfaction Evaluation and Management System (IAS-CSEMS) </a:t>
            </a:r>
            <a:r>
              <a:rPr lang="en-US" sz="2400" b="0" dirty="0"/>
              <a:t>is a web-based platform designed to modernize client feedback processes for the IAS office. It aims to streamline survey submissions, provide real-time access to analytics, and ensure secure data storage. By offering a user-friendly and efficient system, IAS-CSEMS will enhance decision-making and improve service quality, aligning with the IAS office's goal of delivering exceptional client experiences.</a:t>
            </a:r>
          </a:p>
        </p:txBody>
      </p:sp>
      <p:sp>
        <p:nvSpPr>
          <p:cNvPr id="5" name="Google Shape;535;p34">
            <a:extLst>
              <a:ext uri="{FF2B5EF4-FFF2-40B4-BE49-F238E27FC236}">
                <a16:creationId xmlns:a16="http://schemas.microsoft.com/office/drawing/2014/main" id="{5EE7C745-4D5A-926F-4EB2-9B172E46BED4}"/>
              </a:ext>
            </a:extLst>
          </p:cNvPr>
          <p:cNvSpPr/>
          <p:nvPr/>
        </p:nvSpPr>
        <p:spPr>
          <a:xfrm>
            <a:off x="8362639" y="6239967"/>
            <a:ext cx="1562721" cy="98405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539;p34">
            <a:extLst>
              <a:ext uri="{FF2B5EF4-FFF2-40B4-BE49-F238E27FC236}">
                <a16:creationId xmlns:a16="http://schemas.microsoft.com/office/drawing/2014/main" id="{2D9F3C71-ABE7-36BE-DFBB-52A40F22C886}"/>
              </a:ext>
            </a:extLst>
          </p:cNvPr>
          <p:cNvGrpSpPr/>
          <p:nvPr/>
        </p:nvGrpSpPr>
        <p:grpSpPr>
          <a:xfrm>
            <a:off x="8789093" y="6586473"/>
            <a:ext cx="369147" cy="470650"/>
            <a:chOff x="7363972" y="-223337"/>
            <a:chExt cx="473051" cy="1254388"/>
          </a:xfrm>
        </p:grpSpPr>
        <p:sp>
          <p:nvSpPr>
            <p:cNvPr id="7" name="Google Shape;540;p34">
              <a:extLst>
                <a:ext uri="{FF2B5EF4-FFF2-40B4-BE49-F238E27FC236}">
                  <a16:creationId xmlns:a16="http://schemas.microsoft.com/office/drawing/2014/main" id="{849EF74B-D344-7E2F-37D5-237ACA0FB990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541;p34">
              <a:extLst>
                <a:ext uri="{FF2B5EF4-FFF2-40B4-BE49-F238E27FC236}">
                  <a16:creationId xmlns:a16="http://schemas.microsoft.com/office/drawing/2014/main" id="{E82EBA59-3D8B-C7B8-0C95-0D7A4D01D2CD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0" name="Google Shape;542;p34">
                <a:extLst>
                  <a:ext uri="{FF2B5EF4-FFF2-40B4-BE49-F238E27FC236}">
                    <a16:creationId xmlns:a16="http://schemas.microsoft.com/office/drawing/2014/main" id="{51868F39-7BA6-BBB1-3576-D58E86BDDE8D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43;p34">
                <a:extLst>
                  <a:ext uri="{FF2B5EF4-FFF2-40B4-BE49-F238E27FC236}">
                    <a16:creationId xmlns:a16="http://schemas.microsoft.com/office/drawing/2014/main" id="{968A531F-470C-F55E-6C67-06BE2F257622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44;p34">
                <a:extLst>
                  <a:ext uri="{FF2B5EF4-FFF2-40B4-BE49-F238E27FC236}">
                    <a16:creationId xmlns:a16="http://schemas.microsoft.com/office/drawing/2014/main" id="{4A76D16B-2029-EFF1-7193-F7CF3F5BED32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45;p34">
                <a:extLst>
                  <a:ext uri="{FF2B5EF4-FFF2-40B4-BE49-F238E27FC236}">
                    <a16:creationId xmlns:a16="http://schemas.microsoft.com/office/drawing/2014/main" id="{A2D74A43-1C24-5967-CF59-E1BF11E6F260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546;p34">
              <a:extLst>
                <a:ext uri="{FF2B5EF4-FFF2-40B4-BE49-F238E27FC236}">
                  <a16:creationId xmlns:a16="http://schemas.microsoft.com/office/drawing/2014/main" id="{379F09CD-5A58-3E95-EAA0-57D0B11B4F35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547;p34">
            <a:extLst>
              <a:ext uri="{FF2B5EF4-FFF2-40B4-BE49-F238E27FC236}">
                <a16:creationId xmlns:a16="http://schemas.microsoft.com/office/drawing/2014/main" id="{E0EEF79B-F5D2-70FC-3083-04ADE5892118}"/>
              </a:ext>
            </a:extLst>
          </p:cNvPr>
          <p:cNvGrpSpPr/>
          <p:nvPr/>
        </p:nvGrpSpPr>
        <p:grpSpPr>
          <a:xfrm>
            <a:off x="10315968" y="6586473"/>
            <a:ext cx="369147" cy="470650"/>
            <a:chOff x="7363972" y="-223337"/>
            <a:chExt cx="473051" cy="1254388"/>
          </a:xfrm>
        </p:grpSpPr>
        <p:sp>
          <p:nvSpPr>
            <p:cNvPr id="15" name="Google Shape;548;p34">
              <a:extLst>
                <a:ext uri="{FF2B5EF4-FFF2-40B4-BE49-F238E27FC236}">
                  <a16:creationId xmlns:a16="http://schemas.microsoft.com/office/drawing/2014/main" id="{BF2CDAF8-B786-D145-30AF-2139A305E1BD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549;p34">
              <a:extLst>
                <a:ext uri="{FF2B5EF4-FFF2-40B4-BE49-F238E27FC236}">
                  <a16:creationId xmlns:a16="http://schemas.microsoft.com/office/drawing/2014/main" id="{AE7E8D38-C950-082A-244B-14F38C144CB1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8" name="Google Shape;550;p34">
                <a:extLst>
                  <a:ext uri="{FF2B5EF4-FFF2-40B4-BE49-F238E27FC236}">
                    <a16:creationId xmlns:a16="http://schemas.microsoft.com/office/drawing/2014/main" id="{0DD4F2EB-3089-6FA9-FD57-8597649D1929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51;p34">
                <a:extLst>
                  <a:ext uri="{FF2B5EF4-FFF2-40B4-BE49-F238E27FC236}">
                    <a16:creationId xmlns:a16="http://schemas.microsoft.com/office/drawing/2014/main" id="{4769C322-BC54-6920-BECC-9E28D2E858AE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52;p34">
                <a:extLst>
                  <a:ext uri="{FF2B5EF4-FFF2-40B4-BE49-F238E27FC236}">
                    <a16:creationId xmlns:a16="http://schemas.microsoft.com/office/drawing/2014/main" id="{64339ACB-617E-7572-9089-2673032B7BF0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53;p34">
                <a:extLst>
                  <a:ext uri="{FF2B5EF4-FFF2-40B4-BE49-F238E27FC236}">
                    <a16:creationId xmlns:a16="http://schemas.microsoft.com/office/drawing/2014/main" id="{B4423706-F6E8-2F7B-7F91-DE42604F57B4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554;p34">
              <a:extLst>
                <a:ext uri="{FF2B5EF4-FFF2-40B4-BE49-F238E27FC236}">
                  <a16:creationId xmlns:a16="http://schemas.microsoft.com/office/drawing/2014/main" id="{9A52C785-30D1-8206-EDFF-BD9B47F680A5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555;p34">
            <a:extLst>
              <a:ext uri="{FF2B5EF4-FFF2-40B4-BE49-F238E27FC236}">
                <a16:creationId xmlns:a16="http://schemas.microsoft.com/office/drawing/2014/main" id="{D00C686F-72E5-7388-9C5D-CDFE82CF91D6}"/>
              </a:ext>
            </a:extLst>
          </p:cNvPr>
          <p:cNvGrpSpPr/>
          <p:nvPr/>
        </p:nvGrpSpPr>
        <p:grpSpPr>
          <a:xfrm>
            <a:off x="8690034" y="6199562"/>
            <a:ext cx="1234705" cy="857489"/>
            <a:chOff x="7890333" y="3420911"/>
            <a:chExt cx="479382" cy="692423"/>
          </a:xfrm>
        </p:grpSpPr>
        <p:sp>
          <p:nvSpPr>
            <p:cNvPr id="23" name="Google Shape;556;p34">
              <a:extLst>
                <a:ext uri="{FF2B5EF4-FFF2-40B4-BE49-F238E27FC236}">
                  <a16:creationId xmlns:a16="http://schemas.microsoft.com/office/drawing/2014/main" id="{B3B7286C-A9F1-0792-BBAF-8D850E5A4748}"/>
                </a:ext>
              </a:extLst>
            </p:cNvPr>
            <p:cNvSpPr/>
            <p:nvPr/>
          </p:nvSpPr>
          <p:spPr>
            <a:xfrm>
              <a:off x="7890333" y="3420911"/>
              <a:ext cx="479382" cy="692423"/>
            </a:xfrm>
            <a:custGeom>
              <a:avLst/>
              <a:gdLst/>
              <a:ahLst/>
              <a:cxnLst/>
              <a:rect l="l" t="t" r="r" b="b"/>
              <a:pathLst>
                <a:path w="12205" h="17629" extrusionOk="0">
                  <a:moveTo>
                    <a:pt x="6637" y="1"/>
                  </a:moveTo>
                  <a:cubicBezTo>
                    <a:pt x="6557" y="1"/>
                    <a:pt x="6307" y="54"/>
                    <a:pt x="6138" y="152"/>
                  </a:cubicBezTo>
                  <a:cubicBezTo>
                    <a:pt x="6102" y="126"/>
                    <a:pt x="6057" y="108"/>
                    <a:pt x="6031" y="90"/>
                  </a:cubicBezTo>
                  <a:cubicBezTo>
                    <a:pt x="5918" y="37"/>
                    <a:pt x="5795" y="8"/>
                    <a:pt x="5670" y="8"/>
                  </a:cubicBezTo>
                  <a:cubicBezTo>
                    <a:pt x="5627" y="8"/>
                    <a:pt x="5583" y="12"/>
                    <a:pt x="5540" y="19"/>
                  </a:cubicBezTo>
                  <a:cubicBezTo>
                    <a:pt x="5379" y="45"/>
                    <a:pt x="5219" y="135"/>
                    <a:pt x="5139" y="277"/>
                  </a:cubicBezTo>
                  <a:cubicBezTo>
                    <a:pt x="5067" y="420"/>
                    <a:pt x="5094" y="625"/>
                    <a:pt x="5237" y="715"/>
                  </a:cubicBezTo>
                  <a:cubicBezTo>
                    <a:pt x="5290" y="741"/>
                    <a:pt x="5353" y="759"/>
                    <a:pt x="5415" y="768"/>
                  </a:cubicBezTo>
                  <a:cubicBezTo>
                    <a:pt x="5469" y="777"/>
                    <a:pt x="5522" y="777"/>
                    <a:pt x="5585" y="777"/>
                  </a:cubicBezTo>
                  <a:lnTo>
                    <a:pt x="5558" y="1071"/>
                  </a:lnTo>
                  <a:cubicBezTo>
                    <a:pt x="5558" y="1071"/>
                    <a:pt x="5549" y="1071"/>
                    <a:pt x="5549" y="1080"/>
                  </a:cubicBezTo>
                  <a:cubicBezTo>
                    <a:pt x="5540" y="1089"/>
                    <a:pt x="5540" y="1107"/>
                    <a:pt x="5549" y="1116"/>
                  </a:cubicBezTo>
                  <a:cubicBezTo>
                    <a:pt x="5549" y="1116"/>
                    <a:pt x="5549" y="1116"/>
                    <a:pt x="5558" y="1125"/>
                  </a:cubicBezTo>
                  <a:lnTo>
                    <a:pt x="5504" y="1821"/>
                  </a:lnTo>
                  <a:cubicBezTo>
                    <a:pt x="5478" y="2124"/>
                    <a:pt x="5710" y="2392"/>
                    <a:pt x="6013" y="2418"/>
                  </a:cubicBezTo>
                  <a:lnTo>
                    <a:pt x="6022" y="2418"/>
                  </a:lnTo>
                  <a:lnTo>
                    <a:pt x="6013" y="2561"/>
                  </a:lnTo>
                  <a:lnTo>
                    <a:pt x="5986" y="2936"/>
                  </a:lnTo>
                  <a:lnTo>
                    <a:pt x="5959" y="2936"/>
                  </a:lnTo>
                  <a:cubicBezTo>
                    <a:pt x="5959" y="2936"/>
                    <a:pt x="5925" y="2934"/>
                    <a:pt x="5867" y="2934"/>
                  </a:cubicBezTo>
                  <a:cubicBezTo>
                    <a:pt x="5779" y="2934"/>
                    <a:pt x="5638" y="2938"/>
                    <a:pt x="5478" y="2954"/>
                  </a:cubicBezTo>
                  <a:cubicBezTo>
                    <a:pt x="5299" y="2972"/>
                    <a:pt x="5103" y="3007"/>
                    <a:pt x="4933" y="3088"/>
                  </a:cubicBezTo>
                  <a:cubicBezTo>
                    <a:pt x="4755" y="3132"/>
                    <a:pt x="4496" y="3275"/>
                    <a:pt x="4345" y="3667"/>
                  </a:cubicBezTo>
                  <a:cubicBezTo>
                    <a:pt x="4139" y="4220"/>
                    <a:pt x="3435" y="5487"/>
                    <a:pt x="3194" y="5907"/>
                  </a:cubicBezTo>
                  <a:cubicBezTo>
                    <a:pt x="3042" y="5755"/>
                    <a:pt x="2890" y="5657"/>
                    <a:pt x="2890" y="5657"/>
                  </a:cubicBezTo>
                  <a:lnTo>
                    <a:pt x="1222" y="4220"/>
                  </a:lnTo>
                  <a:lnTo>
                    <a:pt x="1187" y="4256"/>
                  </a:lnTo>
                  <a:cubicBezTo>
                    <a:pt x="1124" y="4185"/>
                    <a:pt x="1080" y="4096"/>
                    <a:pt x="1071" y="4006"/>
                  </a:cubicBezTo>
                  <a:cubicBezTo>
                    <a:pt x="1053" y="3926"/>
                    <a:pt x="1062" y="3837"/>
                    <a:pt x="1026" y="3765"/>
                  </a:cubicBezTo>
                  <a:cubicBezTo>
                    <a:pt x="999" y="3721"/>
                    <a:pt x="964" y="3685"/>
                    <a:pt x="928" y="3650"/>
                  </a:cubicBezTo>
                  <a:cubicBezTo>
                    <a:pt x="794" y="3525"/>
                    <a:pt x="660" y="3418"/>
                    <a:pt x="509" y="3319"/>
                  </a:cubicBezTo>
                  <a:cubicBezTo>
                    <a:pt x="490" y="3307"/>
                    <a:pt x="466" y="3294"/>
                    <a:pt x="445" y="3294"/>
                  </a:cubicBezTo>
                  <a:cubicBezTo>
                    <a:pt x="436" y="3294"/>
                    <a:pt x="427" y="3296"/>
                    <a:pt x="419" y="3302"/>
                  </a:cubicBezTo>
                  <a:cubicBezTo>
                    <a:pt x="393" y="3319"/>
                    <a:pt x="384" y="3346"/>
                    <a:pt x="393" y="3373"/>
                  </a:cubicBezTo>
                  <a:cubicBezTo>
                    <a:pt x="410" y="3400"/>
                    <a:pt x="428" y="3426"/>
                    <a:pt x="446" y="3444"/>
                  </a:cubicBezTo>
                  <a:cubicBezTo>
                    <a:pt x="482" y="3471"/>
                    <a:pt x="509" y="3498"/>
                    <a:pt x="544" y="3534"/>
                  </a:cubicBezTo>
                  <a:cubicBezTo>
                    <a:pt x="571" y="3551"/>
                    <a:pt x="598" y="3587"/>
                    <a:pt x="589" y="3623"/>
                  </a:cubicBezTo>
                  <a:cubicBezTo>
                    <a:pt x="580" y="3650"/>
                    <a:pt x="553" y="3658"/>
                    <a:pt x="535" y="3667"/>
                  </a:cubicBezTo>
                  <a:cubicBezTo>
                    <a:pt x="473" y="3703"/>
                    <a:pt x="419" y="3757"/>
                    <a:pt x="366" y="3810"/>
                  </a:cubicBezTo>
                  <a:cubicBezTo>
                    <a:pt x="348" y="3837"/>
                    <a:pt x="321" y="3864"/>
                    <a:pt x="321" y="3899"/>
                  </a:cubicBezTo>
                  <a:cubicBezTo>
                    <a:pt x="321" y="3917"/>
                    <a:pt x="330" y="3944"/>
                    <a:pt x="339" y="3962"/>
                  </a:cubicBezTo>
                  <a:cubicBezTo>
                    <a:pt x="375" y="4033"/>
                    <a:pt x="428" y="4087"/>
                    <a:pt x="491" y="4140"/>
                  </a:cubicBezTo>
                  <a:cubicBezTo>
                    <a:pt x="633" y="4256"/>
                    <a:pt x="848" y="4292"/>
                    <a:pt x="955" y="4452"/>
                  </a:cubicBezTo>
                  <a:cubicBezTo>
                    <a:pt x="964" y="4461"/>
                    <a:pt x="972" y="4470"/>
                    <a:pt x="981" y="4479"/>
                  </a:cubicBezTo>
                  <a:lnTo>
                    <a:pt x="964" y="4488"/>
                  </a:lnTo>
                  <a:lnTo>
                    <a:pt x="2659" y="6397"/>
                  </a:lnTo>
                  <a:cubicBezTo>
                    <a:pt x="2659" y="6397"/>
                    <a:pt x="2881" y="6721"/>
                    <a:pt x="3140" y="6721"/>
                  </a:cubicBezTo>
                  <a:cubicBezTo>
                    <a:pt x="3224" y="6721"/>
                    <a:pt x="3313" y="6686"/>
                    <a:pt x="3399" y="6593"/>
                  </a:cubicBezTo>
                  <a:cubicBezTo>
                    <a:pt x="3417" y="6585"/>
                    <a:pt x="3426" y="6567"/>
                    <a:pt x="3435" y="6549"/>
                  </a:cubicBezTo>
                  <a:cubicBezTo>
                    <a:pt x="3533" y="6442"/>
                    <a:pt x="3649" y="6263"/>
                    <a:pt x="3836" y="6040"/>
                  </a:cubicBezTo>
                  <a:cubicBezTo>
                    <a:pt x="3970" y="5862"/>
                    <a:pt x="4220" y="5532"/>
                    <a:pt x="4470" y="5148"/>
                  </a:cubicBezTo>
                  <a:lnTo>
                    <a:pt x="4470" y="5148"/>
                  </a:lnTo>
                  <a:cubicBezTo>
                    <a:pt x="4425" y="6094"/>
                    <a:pt x="4389" y="7209"/>
                    <a:pt x="4362" y="7967"/>
                  </a:cubicBezTo>
                  <a:lnTo>
                    <a:pt x="1356" y="6799"/>
                  </a:lnTo>
                  <a:lnTo>
                    <a:pt x="1338" y="6799"/>
                  </a:lnTo>
                  <a:lnTo>
                    <a:pt x="607" y="6763"/>
                  </a:lnTo>
                  <a:lnTo>
                    <a:pt x="0" y="6736"/>
                  </a:lnTo>
                  <a:lnTo>
                    <a:pt x="464" y="7129"/>
                  </a:lnTo>
                  <a:lnTo>
                    <a:pt x="1026" y="7593"/>
                  </a:lnTo>
                  <a:lnTo>
                    <a:pt x="1044" y="7610"/>
                  </a:lnTo>
                  <a:lnTo>
                    <a:pt x="4550" y="8984"/>
                  </a:lnTo>
                  <a:lnTo>
                    <a:pt x="4354" y="16540"/>
                  </a:lnTo>
                  <a:lnTo>
                    <a:pt x="4452" y="16540"/>
                  </a:lnTo>
                  <a:lnTo>
                    <a:pt x="4452" y="16692"/>
                  </a:lnTo>
                  <a:lnTo>
                    <a:pt x="4416" y="16692"/>
                  </a:lnTo>
                  <a:cubicBezTo>
                    <a:pt x="4416" y="16692"/>
                    <a:pt x="3792" y="17183"/>
                    <a:pt x="3542" y="17218"/>
                  </a:cubicBezTo>
                  <a:cubicBezTo>
                    <a:pt x="3310" y="17245"/>
                    <a:pt x="2971" y="17388"/>
                    <a:pt x="2882" y="17557"/>
                  </a:cubicBezTo>
                  <a:cubicBezTo>
                    <a:pt x="2873" y="17584"/>
                    <a:pt x="2864" y="17602"/>
                    <a:pt x="2864" y="17629"/>
                  </a:cubicBezTo>
                  <a:lnTo>
                    <a:pt x="4380" y="17629"/>
                  </a:lnTo>
                  <a:lnTo>
                    <a:pt x="4425" y="17557"/>
                  </a:lnTo>
                  <a:lnTo>
                    <a:pt x="4505" y="17450"/>
                  </a:lnTo>
                  <a:lnTo>
                    <a:pt x="4585" y="17450"/>
                  </a:lnTo>
                  <a:lnTo>
                    <a:pt x="4585" y="17557"/>
                  </a:lnTo>
                  <a:lnTo>
                    <a:pt x="4585" y="17629"/>
                  </a:lnTo>
                  <a:lnTo>
                    <a:pt x="4951" y="17629"/>
                  </a:lnTo>
                  <a:lnTo>
                    <a:pt x="4951" y="17557"/>
                  </a:lnTo>
                  <a:lnTo>
                    <a:pt x="4951" y="16692"/>
                  </a:lnTo>
                  <a:lnTo>
                    <a:pt x="4916" y="16692"/>
                  </a:lnTo>
                  <a:lnTo>
                    <a:pt x="4916" y="16540"/>
                  </a:lnTo>
                  <a:lnTo>
                    <a:pt x="5040" y="16540"/>
                  </a:lnTo>
                  <a:lnTo>
                    <a:pt x="5924" y="9894"/>
                  </a:lnTo>
                  <a:lnTo>
                    <a:pt x="7244" y="16540"/>
                  </a:lnTo>
                  <a:lnTo>
                    <a:pt x="7315" y="16540"/>
                  </a:lnTo>
                  <a:lnTo>
                    <a:pt x="7315" y="16692"/>
                  </a:lnTo>
                  <a:lnTo>
                    <a:pt x="7280" y="16692"/>
                  </a:lnTo>
                  <a:lnTo>
                    <a:pt x="7280" y="17557"/>
                  </a:lnTo>
                  <a:lnTo>
                    <a:pt x="7280" y="17629"/>
                  </a:lnTo>
                  <a:lnTo>
                    <a:pt x="7645" y="17629"/>
                  </a:lnTo>
                  <a:lnTo>
                    <a:pt x="7645" y="17557"/>
                  </a:lnTo>
                  <a:lnTo>
                    <a:pt x="7645" y="17450"/>
                  </a:lnTo>
                  <a:lnTo>
                    <a:pt x="7726" y="17450"/>
                  </a:lnTo>
                  <a:lnTo>
                    <a:pt x="7806" y="17557"/>
                  </a:lnTo>
                  <a:lnTo>
                    <a:pt x="7851" y="17629"/>
                  </a:lnTo>
                  <a:lnTo>
                    <a:pt x="9367" y="17629"/>
                  </a:lnTo>
                  <a:cubicBezTo>
                    <a:pt x="9367" y="17602"/>
                    <a:pt x="9358" y="17584"/>
                    <a:pt x="9349" y="17557"/>
                  </a:cubicBezTo>
                  <a:cubicBezTo>
                    <a:pt x="9260" y="17388"/>
                    <a:pt x="8921" y="17245"/>
                    <a:pt x="8698" y="17218"/>
                  </a:cubicBezTo>
                  <a:cubicBezTo>
                    <a:pt x="8439" y="17183"/>
                    <a:pt x="7815" y="16692"/>
                    <a:pt x="7815" y="16692"/>
                  </a:cubicBezTo>
                  <a:lnTo>
                    <a:pt x="7788" y="16692"/>
                  </a:lnTo>
                  <a:lnTo>
                    <a:pt x="7788" y="16540"/>
                  </a:lnTo>
                  <a:lnTo>
                    <a:pt x="7851" y="16540"/>
                  </a:lnTo>
                  <a:lnTo>
                    <a:pt x="7378" y="10082"/>
                  </a:lnTo>
                  <a:lnTo>
                    <a:pt x="11490" y="11687"/>
                  </a:lnTo>
                  <a:lnTo>
                    <a:pt x="11883" y="11839"/>
                  </a:lnTo>
                  <a:lnTo>
                    <a:pt x="12043" y="11429"/>
                  </a:lnTo>
                  <a:lnTo>
                    <a:pt x="12204" y="11027"/>
                  </a:lnTo>
                  <a:lnTo>
                    <a:pt x="11812" y="10876"/>
                  </a:lnTo>
                  <a:lnTo>
                    <a:pt x="11249" y="10653"/>
                  </a:lnTo>
                  <a:lnTo>
                    <a:pt x="8761" y="9680"/>
                  </a:lnTo>
                  <a:cubicBezTo>
                    <a:pt x="8734" y="9600"/>
                    <a:pt x="8689" y="9520"/>
                    <a:pt x="8618" y="9457"/>
                  </a:cubicBezTo>
                  <a:cubicBezTo>
                    <a:pt x="8582" y="9412"/>
                    <a:pt x="8555" y="9350"/>
                    <a:pt x="8555" y="9279"/>
                  </a:cubicBezTo>
                  <a:lnTo>
                    <a:pt x="8555" y="9279"/>
                  </a:lnTo>
                  <a:lnTo>
                    <a:pt x="8627" y="9288"/>
                  </a:lnTo>
                  <a:lnTo>
                    <a:pt x="8645" y="9216"/>
                  </a:lnTo>
                  <a:lnTo>
                    <a:pt x="9171" y="6932"/>
                  </a:lnTo>
                  <a:cubicBezTo>
                    <a:pt x="9171" y="6932"/>
                    <a:pt x="9233" y="6781"/>
                    <a:pt x="9224" y="6611"/>
                  </a:cubicBezTo>
                  <a:cubicBezTo>
                    <a:pt x="9233" y="6469"/>
                    <a:pt x="9126" y="6237"/>
                    <a:pt x="9028" y="5853"/>
                  </a:cubicBezTo>
                  <a:cubicBezTo>
                    <a:pt x="8894" y="5353"/>
                    <a:pt x="8386" y="3846"/>
                    <a:pt x="7824" y="3275"/>
                  </a:cubicBezTo>
                  <a:cubicBezTo>
                    <a:pt x="7761" y="3159"/>
                    <a:pt x="7628" y="3034"/>
                    <a:pt x="7333" y="3025"/>
                  </a:cubicBezTo>
                  <a:cubicBezTo>
                    <a:pt x="7297" y="3025"/>
                    <a:pt x="7262" y="3016"/>
                    <a:pt x="7235" y="3016"/>
                  </a:cubicBezTo>
                  <a:cubicBezTo>
                    <a:pt x="7128" y="3016"/>
                    <a:pt x="7021" y="3007"/>
                    <a:pt x="6914" y="2998"/>
                  </a:cubicBezTo>
                  <a:lnTo>
                    <a:pt x="6816" y="2998"/>
                  </a:lnTo>
                  <a:lnTo>
                    <a:pt x="6869" y="2374"/>
                  </a:lnTo>
                  <a:cubicBezTo>
                    <a:pt x="6950" y="2311"/>
                    <a:pt x="7021" y="2240"/>
                    <a:pt x="7066" y="2151"/>
                  </a:cubicBezTo>
                  <a:lnTo>
                    <a:pt x="7173" y="2151"/>
                  </a:lnTo>
                  <a:cubicBezTo>
                    <a:pt x="7178" y="2151"/>
                    <a:pt x="7184" y="2151"/>
                    <a:pt x="7189" y="2151"/>
                  </a:cubicBezTo>
                  <a:cubicBezTo>
                    <a:pt x="7315" y="2151"/>
                    <a:pt x="7414" y="2056"/>
                    <a:pt x="7422" y="1928"/>
                  </a:cubicBezTo>
                  <a:lnTo>
                    <a:pt x="7485" y="777"/>
                  </a:lnTo>
                  <a:cubicBezTo>
                    <a:pt x="7485" y="732"/>
                    <a:pt x="7476" y="697"/>
                    <a:pt x="7458" y="661"/>
                  </a:cubicBezTo>
                  <a:cubicBezTo>
                    <a:pt x="7431" y="491"/>
                    <a:pt x="7387" y="331"/>
                    <a:pt x="7271" y="215"/>
                  </a:cubicBezTo>
                  <a:cubicBezTo>
                    <a:pt x="7110" y="37"/>
                    <a:pt x="6869" y="10"/>
                    <a:pt x="6637" y="1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557;p34">
              <a:extLst>
                <a:ext uri="{FF2B5EF4-FFF2-40B4-BE49-F238E27FC236}">
                  <a16:creationId xmlns:a16="http://schemas.microsoft.com/office/drawing/2014/main" id="{E0640BD4-1216-6457-D03F-02B38F49F999}"/>
                </a:ext>
              </a:extLst>
            </p:cNvPr>
            <p:cNvGrpSpPr/>
            <p:nvPr/>
          </p:nvGrpSpPr>
          <p:grpSpPr>
            <a:xfrm>
              <a:off x="7890341" y="3420911"/>
              <a:ext cx="479370" cy="692405"/>
              <a:chOff x="8409253" y="3420911"/>
              <a:chExt cx="479370" cy="692405"/>
            </a:xfrm>
          </p:grpSpPr>
          <p:sp>
            <p:nvSpPr>
              <p:cNvPr id="25" name="Google Shape;558;p34">
                <a:extLst>
                  <a:ext uri="{FF2B5EF4-FFF2-40B4-BE49-F238E27FC236}">
                    <a16:creationId xmlns:a16="http://schemas.microsoft.com/office/drawing/2014/main" id="{1A4A1323-0A56-7E21-23C4-DD28C68F2D76}"/>
                  </a:ext>
                </a:extLst>
              </p:cNvPr>
              <p:cNvSpPr/>
              <p:nvPr/>
            </p:nvSpPr>
            <p:spPr>
              <a:xfrm>
                <a:off x="8643655" y="3476290"/>
                <a:ext cx="37864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839" extrusionOk="0">
                    <a:moveTo>
                      <a:pt x="134" y="0"/>
                    </a:moveTo>
                    <a:lnTo>
                      <a:pt x="0" y="1767"/>
                    </a:lnTo>
                    <a:lnTo>
                      <a:pt x="830" y="1838"/>
                    </a:lnTo>
                    <a:lnTo>
                      <a:pt x="964" y="72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59;p34">
                <a:extLst>
                  <a:ext uri="{FF2B5EF4-FFF2-40B4-BE49-F238E27FC236}">
                    <a16:creationId xmlns:a16="http://schemas.microsoft.com/office/drawing/2014/main" id="{12C6C842-CBBF-4506-97FC-5F6045716E10}"/>
                  </a:ext>
                </a:extLst>
              </p:cNvPr>
              <p:cNvSpPr/>
              <p:nvPr/>
            </p:nvSpPr>
            <p:spPr>
              <a:xfrm>
                <a:off x="8645737" y="3440824"/>
                <a:ext cx="57149" cy="63590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619" extrusionOk="0">
                    <a:moveTo>
                      <a:pt x="730" y="1"/>
                    </a:moveTo>
                    <a:cubicBezTo>
                      <a:pt x="367" y="1"/>
                      <a:pt x="62" y="295"/>
                      <a:pt x="37" y="662"/>
                    </a:cubicBezTo>
                    <a:lnTo>
                      <a:pt x="28" y="886"/>
                    </a:lnTo>
                    <a:cubicBezTo>
                      <a:pt x="1" y="1269"/>
                      <a:pt x="304" y="1599"/>
                      <a:pt x="688" y="1617"/>
                    </a:cubicBezTo>
                    <a:cubicBezTo>
                      <a:pt x="704" y="1618"/>
                      <a:pt x="719" y="1619"/>
                      <a:pt x="735" y="1619"/>
                    </a:cubicBezTo>
                    <a:cubicBezTo>
                      <a:pt x="1098" y="1619"/>
                      <a:pt x="1403" y="1325"/>
                      <a:pt x="1428" y="957"/>
                    </a:cubicBezTo>
                    <a:lnTo>
                      <a:pt x="1437" y="734"/>
                    </a:lnTo>
                    <a:cubicBezTo>
                      <a:pt x="1455" y="350"/>
                      <a:pt x="1161" y="20"/>
                      <a:pt x="777" y="2"/>
                    </a:cubicBezTo>
                    <a:cubicBezTo>
                      <a:pt x="761" y="1"/>
                      <a:pt x="745" y="1"/>
                      <a:pt x="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60;p34">
                <a:extLst>
                  <a:ext uri="{FF2B5EF4-FFF2-40B4-BE49-F238E27FC236}">
                    <a16:creationId xmlns:a16="http://schemas.microsoft.com/office/drawing/2014/main" id="{5F1F9D22-B063-8B6B-D027-7F48F50940E0}"/>
                  </a:ext>
                </a:extLst>
              </p:cNvPr>
              <p:cNvSpPr/>
              <p:nvPr/>
            </p:nvSpPr>
            <p:spPr>
              <a:xfrm>
                <a:off x="8624371" y="3431005"/>
                <a:ext cx="68736" cy="86411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200" extrusionOk="0">
                    <a:moveTo>
                      <a:pt x="656" y="0"/>
                    </a:moveTo>
                    <a:cubicBezTo>
                      <a:pt x="366" y="0"/>
                      <a:pt x="124" y="224"/>
                      <a:pt x="99" y="520"/>
                    </a:cubicBezTo>
                    <a:lnTo>
                      <a:pt x="18" y="1564"/>
                    </a:lnTo>
                    <a:cubicBezTo>
                      <a:pt x="1" y="1867"/>
                      <a:pt x="233" y="2135"/>
                      <a:pt x="536" y="2161"/>
                    </a:cubicBezTo>
                    <a:lnTo>
                      <a:pt x="1044" y="2197"/>
                    </a:lnTo>
                    <a:cubicBezTo>
                      <a:pt x="1061" y="2199"/>
                      <a:pt x="1077" y="2199"/>
                      <a:pt x="1093" y="2199"/>
                    </a:cubicBezTo>
                    <a:cubicBezTo>
                      <a:pt x="1384" y="2199"/>
                      <a:pt x="1626" y="1976"/>
                      <a:pt x="1651" y="1689"/>
                    </a:cubicBezTo>
                    <a:lnTo>
                      <a:pt x="1678" y="1314"/>
                    </a:lnTo>
                    <a:lnTo>
                      <a:pt x="1731" y="645"/>
                    </a:lnTo>
                    <a:cubicBezTo>
                      <a:pt x="1749" y="333"/>
                      <a:pt x="1517" y="65"/>
                      <a:pt x="1214" y="38"/>
                    </a:cubicBezTo>
                    <a:lnTo>
                      <a:pt x="705" y="3"/>
                    </a:lnTo>
                    <a:cubicBezTo>
                      <a:pt x="689" y="1"/>
                      <a:pt x="673" y="0"/>
                      <a:pt x="656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61;p34">
                <a:extLst>
                  <a:ext uri="{FF2B5EF4-FFF2-40B4-BE49-F238E27FC236}">
                    <a16:creationId xmlns:a16="http://schemas.microsoft.com/office/drawing/2014/main" id="{D8E6FB53-54C6-7B1A-F0DF-A3A48B51042D}"/>
                  </a:ext>
                </a:extLst>
              </p:cNvPr>
              <p:cNvSpPr/>
              <p:nvPr/>
            </p:nvSpPr>
            <p:spPr>
              <a:xfrm>
                <a:off x="8729160" y="3773888"/>
                <a:ext cx="23841" cy="45208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51" extrusionOk="0">
                    <a:moveTo>
                      <a:pt x="362" y="1"/>
                    </a:moveTo>
                    <a:cubicBezTo>
                      <a:pt x="223" y="1"/>
                      <a:pt x="61" y="600"/>
                      <a:pt x="36" y="693"/>
                    </a:cubicBezTo>
                    <a:cubicBezTo>
                      <a:pt x="18" y="756"/>
                      <a:pt x="0" y="827"/>
                      <a:pt x="45" y="872"/>
                    </a:cubicBezTo>
                    <a:cubicBezTo>
                      <a:pt x="57" y="878"/>
                      <a:pt x="70" y="884"/>
                      <a:pt x="82" y="884"/>
                    </a:cubicBezTo>
                    <a:cubicBezTo>
                      <a:pt x="88" y="884"/>
                      <a:pt x="93" y="883"/>
                      <a:pt x="98" y="880"/>
                    </a:cubicBezTo>
                    <a:cubicBezTo>
                      <a:pt x="107" y="872"/>
                      <a:pt x="116" y="863"/>
                      <a:pt x="125" y="845"/>
                    </a:cubicBezTo>
                    <a:cubicBezTo>
                      <a:pt x="134" y="809"/>
                      <a:pt x="134" y="764"/>
                      <a:pt x="143" y="720"/>
                    </a:cubicBezTo>
                    <a:cubicBezTo>
                      <a:pt x="152" y="684"/>
                      <a:pt x="178" y="640"/>
                      <a:pt x="214" y="631"/>
                    </a:cubicBezTo>
                    <a:cubicBezTo>
                      <a:pt x="259" y="702"/>
                      <a:pt x="277" y="782"/>
                      <a:pt x="277" y="863"/>
                    </a:cubicBezTo>
                    <a:cubicBezTo>
                      <a:pt x="277" y="916"/>
                      <a:pt x="259" y="970"/>
                      <a:pt x="268" y="1023"/>
                    </a:cubicBezTo>
                    <a:cubicBezTo>
                      <a:pt x="277" y="1086"/>
                      <a:pt x="303" y="1139"/>
                      <a:pt x="357" y="1148"/>
                    </a:cubicBezTo>
                    <a:cubicBezTo>
                      <a:pt x="365" y="1150"/>
                      <a:pt x="372" y="1150"/>
                      <a:pt x="380" y="1150"/>
                    </a:cubicBezTo>
                    <a:cubicBezTo>
                      <a:pt x="417" y="1150"/>
                      <a:pt x="452" y="1133"/>
                      <a:pt x="482" y="1103"/>
                    </a:cubicBezTo>
                    <a:cubicBezTo>
                      <a:pt x="509" y="1068"/>
                      <a:pt x="526" y="1014"/>
                      <a:pt x="535" y="979"/>
                    </a:cubicBezTo>
                    <a:cubicBezTo>
                      <a:pt x="571" y="863"/>
                      <a:pt x="607" y="738"/>
                      <a:pt x="562" y="631"/>
                    </a:cubicBezTo>
                    <a:cubicBezTo>
                      <a:pt x="509" y="497"/>
                      <a:pt x="410" y="434"/>
                      <a:pt x="410" y="274"/>
                    </a:cubicBezTo>
                    <a:cubicBezTo>
                      <a:pt x="410" y="211"/>
                      <a:pt x="464" y="51"/>
                      <a:pt x="384" y="6"/>
                    </a:cubicBezTo>
                    <a:cubicBezTo>
                      <a:pt x="376" y="3"/>
                      <a:pt x="369" y="1"/>
                      <a:pt x="362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62;p34">
                <a:extLst>
                  <a:ext uri="{FF2B5EF4-FFF2-40B4-BE49-F238E27FC236}">
                    <a16:creationId xmlns:a16="http://schemas.microsoft.com/office/drawing/2014/main" id="{6F41B61A-CEB1-B5CC-5967-9BB40B2A337C}"/>
                  </a:ext>
                </a:extLst>
              </p:cNvPr>
              <p:cNvSpPr/>
              <p:nvPr/>
            </p:nvSpPr>
            <p:spPr>
              <a:xfrm>
                <a:off x="8421861" y="3550287"/>
                <a:ext cx="42066" cy="5129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306" extrusionOk="0">
                    <a:moveTo>
                      <a:pt x="124" y="0"/>
                    </a:moveTo>
                    <a:cubicBezTo>
                      <a:pt x="115" y="0"/>
                      <a:pt x="106" y="2"/>
                      <a:pt x="98" y="8"/>
                    </a:cubicBezTo>
                    <a:cubicBezTo>
                      <a:pt x="72" y="17"/>
                      <a:pt x="63" y="52"/>
                      <a:pt x="72" y="79"/>
                    </a:cubicBezTo>
                    <a:cubicBezTo>
                      <a:pt x="81" y="106"/>
                      <a:pt x="107" y="132"/>
                      <a:pt x="125" y="150"/>
                    </a:cubicBezTo>
                    <a:cubicBezTo>
                      <a:pt x="161" y="177"/>
                      <a:pt x="188" y="204"/>
                      <a:pt x="214" y="240"/>
                    </a:cubicBezTo>
                    <a:cubicBezTo>
                      <a:pt x="241" y="257"/>
                      <a:pt x="277" y="293"/>
                      <a:pt x="259" y="329"/>
                    </a:cubicBezTo>
                    <a:cubicBezTo>
                      <a:pt x="250" y="356"/>
                      <a:pt x="232" y="364"/>
                      <a:pt x="214" y="373"/>
                    </a:cubicBezTo>
                    <a:cubicBezTo>
                      <a:pt x="152" y="409"/>
                      <a:pt x="89" y="463"/>
                      <a:pt x="45" y="516"/>
                    </a:cubicBezTo>
                    <a:cubicBezTo>
                      <a:pt x="18" y="534"/>
                      <a:pt x="0" y="570"/>
                      <a:pt x="0" y="605"/>
                    </a:cubicBezTo>
                    <a:cubicBezTo>
                      <a:pt x="0" y="623"/>
                      <a:pt x="9" y="650"/>
                      <a:pt x="18" y="668"/>
                    </a:cubicBezTo>
                    <a:cubicBezTo>
                      <a:pt x="54" y="739"/>
                      <a:pt x="107" y="793"/>
                      <a:pt x="161" y="846"/>
                    </a:cubicBezTo>
                    <a:cubicBezTo>
                      <a:pt x="313" y="962"/>
                      <a:pt x="518" y="998"/>
                      <a:pt x="634" y="1158"/>
                    </a:cubicBezTo>
                    <a:cubicBezTo>
                      <a:pt x="669" y="1212"/>
                      <a:pt x="723" y="1265"/>
                      <a:pt x="759" y="1301"/>
                    </a:cubicBezTo>
                    <a:cubicBezTo>
                      <a:pt x="761" y="1304"/>
                      <a:pt x="765" y="1305"/>
                      <a:pt x="769" y="1305"/>
                    </a:cubicBezTo>
                    <a:cubicBezTo>
                      <a:pt x="790" y="1305"/>
                      <a:pt x="824" y="1272"/>
                      <a:pt x="839" y="1257"/>
                    </a:cubicBezTo>
                    <a:cubicBezTo>
                      <a:pt x="883" y="1239"/>
                      <a:pt x="1071" y="1167"/>
                      <a:pt x="1026" y="1132"/>
                    </a:cubicBezTo>
                    <a:cubicBezTo>
                      <a:pt x="937" y="1034"/>
                      <a:pt x="928" y="1025"/>
                      <a:pt x="875" y="971"/>
                    </a:cubicBezTo>
                    <a:cubicBezTo>
                      <a:pt x="812" y="900"/>
                      <a:pt x="759" y="810"/>
                      <a:pt x="741" y="712"/>
                    </a:cubicBezTo>
                    <a:cubicBezTo>
                      <a:pt x="732" y="632"/>
                      <a:pt x="741" y="543"/>
                      <a:pt x="696" y="471"/>
                    </a:cubicBezTo>
                    <a:cubicBezTo>
                      <a:pt x="678" y="427"/>
                      <a:pt x="643" y="391"/>
                      <a:pt x="607" y="356"/>
                    </a:cubicBezTo>
                    <a:cubicBezTo>
                      <a:pt x="473" y="231"/>
                      <a:pt x="339" y="124"/>
                      <a:pt x="188" y="25"/>
                    </a:cubicBezTo>
                    <a:cubicBezTo>
                      <a:pt x="169" y="13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63;p34">
                <a:extLst>
                  <a:ext uri="{FF2B5EF4-FFF2-40B4-BE49-F238E27FC236}">
                    <a16:creationId xmlns:a16="http://schemas.microsoft.com/office/drawing/2014/main" id="{78515F86-D578-0D42-FB84-BEAC4ED3886F}"/>
                  </a:ext>
                </a:extLst>
              </p:cNvPr>
              <p:cNvSpPr/>
              <p:nvPr/>
            </p:nvSpPr>
            <p:spPr>
              <a:xfrm>
                <a:off x="8696561" y="4056875"/>
                <a:ext cx="18264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65" h="732" extrusionOk="0">
                    <a:moveTo>
                      <a:pt x="0" y="0"/>
                    </a:moveTo>
                    <a:lnTo>
                      <a:pt x="0" y="732"/>
                    </a:lnTo>
                    <a:lnTo>
                      <a:pt x="464" y="732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64;p34">
                <a:extLst>
                  <a:ext uri="{FF2B5EF4-FFF2-40B4-BE49-F238E27FC236}">
                    <a16:creationId xmlns:a16="http://schemas.microsoft.com/office/drawing/2014/main" id="{9FCBE624-D6A4-B3FA-A357-4DE6BF735878}"/>
                  </a:ext>
                </a:extLst>
              </p:cNvPr>
              <p:cNvSpPr/>
              <p:nvPr/>
            </p:nvSpPr>
            <p:spPr>
              <a:xfrm>
                <a:off x="8695147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" y="0"/>
                    </a:moveTo>
                    <a:lnTo>
                      <a:pt x="1" y="937"/>
                    </a:lnTo>
                    <a:lnTo>
                      <a:pt x="366" y="937"/>
                    </a:lnTo>
                    <a:lnTo>
                      <a:pt x="366" y="758"/>
                    </a:lnTo>
                    <a:lnTo>
                      <a:pt x="447" y="758"/>
                    </a:lnTo>
                    <a:lnTo>
                      <a:pt x="527" y="865"/>
                    </a:lnTo>
                    <a:lnTo>
                      <a:pt x="572" y="937"/>
                    </a:lnTo>
                    <a:lnTo>
                      <a:pt x="2088" y="937"/>
                    </a:lnTo>
                    <a:cubicBezTo>
                      <a:pt x="2088" y="910"/>
                      <a:pt x="2079" y="892"/>
                      <a:pt x="2070" y="865"/>
                    </a:cubicBezTo>
                    <a:cubicBezTo>
                      <a:pt x="1981" y="696"/>
                      <a:pt x="1642" y="553"/>
                      <a:pt x="1410" y="526"/>
                    </a:cubicBezTo>
                    <a:cubicBezTo>
                      <a:pt x="1160" y="491"/>
                      <a:pt x="536" y="0"/>
                      <a:pt x="5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65;p34">
                <a:extLst>
                  <a:ext uri="{FF2B5EF4-FFF2-40B4-BE49-F238E27FC236}">
                    <a16:creationId xmlns:a16="http://schemas.microsoft.com/office/drawing/2014/main" id="{AF97E6D7-EEC9-70B5-DD62-9E84D6912B06}"/>
                  </a:ext>
                </a:extLst>
              </p:cNvPr>
              <p:cNvSpPr/>
              <p:nvPr/>
            </p:nvSpPr>
            <p:spPr>
              <a:xfrm>
                <a:off x="8715846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0" y="0"/>
                    </a:moveTo>
                    <a:lnTo>
                      <a:pt x="45" y="72"/>
                    </a:lnTo>
                    <a:lnTo>
                      <a:pt x="1561" y="72"/>
                    </a:lnTo>
                    <a:cubicBezTo>
                      <a:pt x="1561" y="45"/>
                      <a:pt x="1552" y="27"/>
                      <a:pt x="1543" y="0"/>
                    </a:cubicBez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66;p34">
                <a:extLst>
                  <a:ext uri="{FF2B5EF4-FFF2-40B4-BE49-F238E27FC236}">
                    <a16:creationId xmlns:a16="http://schemas.microsoft.com/office/drawing/2014/main" id="{085EE480-2039-C89B-FEBC-B348271BD82C}"/>
                  </a:ext>
                </a:extLst>
              </p:cNvPr>
              <p:cNvSpPr/>
              <p:nvPr/>
            </p:nvSpPr>
            <p:spPr>
              <a:xfrm>
                <a:off x="8695147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67;p34">
                <a:extLst>
                  <a:ext uri="{FF2B5EF4-FFF2-40B4-BE49-F238E27FC236}">
                    <a16:creationId xmlns:a16="http://schemas.microsoft.com/office/drawing/2014/main" id="{A2C42281-BF31-9C18-99E8-5225EB89E0A3}"/>
                  </a:ext>
                </a:extLst>
              </p:cNvPr>
              <p:cNvSpPr/>
              <p:nvPr/>
            </p:nvSpPr>
            <p:spPr>
              <a:xfrm>
                <a:off x="8583720" y="4056875"/>
                <a:ext cx="18618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74" h="732" extrusionOk="0">
                    <a:moveTo>
                      <a:pt x="1" y="0"/>
                    </a:moveTo>
                    <a:lnTo>
                      <a:pt x="1" y="732"/>
                    </a:lnTo>
                    <a:lnTo>
                      <a:pt x="474" y="732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68;p34">
                <a:extLst>
                  <a:ext uri="{FF2B5EF4-FFF2-40B4-BE49-F238E27FC236}">
                    <a16:creationId xmlns:a16="http://schemas.microsoft.com/office/drawing/2014/main" id="{2ACFA746-EE8E-F0A7-7183-054EDEDC3B8A}"/>
                  </a:ext>
                </a:extLst>
              </p:cNvPr>
              <p:cNvSpPr/>
              <p:nvPr/>
            </p:nvSpPr>
            <p:spPr>
              <a:xfrm>
                <a:off x="8579517" y="3536148"/>
                <a:ext cx="139867" cy="237668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6051" extrusionOk="0">
                    <a:moveTo>
                      <a:pt x="1532" y="0"/>
                    </a:moveTo>
                    <a:cubicBezTo>
                      <a:pt x="1445" y="0"/>
                      <a:pt x="1303" y="4"/>
                      <a:pt x="1143" y="20"/>
                    </a:cubicBezTo>
                    <a:cubicBezTo>
                      <a:pt x="768" y="64"/>
                      <a:pt x="304" y="180"/>
                      <a:pt x="242" y="546"/>
                    </a:cubicBezTo>
                    <a:cubicBezTo>
                      <a:pt x="135" y="1170"/>
                      <a:pt x="1" y="5899"/>
                      <a:pt x="1" y="5899"/>
                    </a:cubicBezTo>
                    <a:lnTo>
                      <a:pt x="3105" y="6050"/>
                    </a:lnTo>
                    <a:lnTo>
                      <a:pt x="3212" y="6050"/>
                    </a:lnTo>
                    <a:lnTo>
                      <a:pt x="3462" y="1724"/>
                    </a:lnTo>
                    <a:lnTo>
                      <a:pt x="3533" y="546"/>
                    </a:lnTo>
                    <a:cubicBezTo>
                      <a:pt x="3533" y="546"/>
                      <a:pt x="3560" y="118"/>
                      <a:pt x="2989" y="91"/>
                    </a:cubicBezTo>
                    <a:cubicBezTo>
                      <a:pt x="2963" y="91"/>
                      <a:pt x="2927" y="82"/>
                      <a:pt x="2891" y="82"/>
                    </a:cubicBezTo>
                    <a:cubicBezTo>
                      <a:pt x="2338" y="55"/>
                      <a:pt x="1624" y="2"/>
                      <a:pt x="1624" y="2"/>
                    </a:cubicBezTo>
                    <a:cubicBezTo>
                      <a:pt x="1624" y="2"/>
                      <a:pt x="1590" y="0"/>
                      <a:pt x="1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69;p34">
                <a:extLst>
                  <a:ext uri="{FF2B5EF4-FFF2-40B4-BE49-F238E27FC236}">
                    <a16:creationId xmlns:a16="http://schemas.microsoft.com/office/drawing/2014/main" id="{11E194C3-503E-C5F6-9AFB-AE0C5A7F77A8}"/>
                  </a:ext>
                </a:extLst>
              </p:cNvPr>
              <p:cNvSpPr/>
              <p:nvPr/>
            </p:nvSpPr>
            <p:spPr>
              <a:xfrm>
                <a:off x="8580224" y="3730998"/>
                <a:ext cx="137393" cy="339593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8646" extrusionOk="0">
                    <a:moveTo>
                      <a:pt x="224" y="1"/>
                    </a:moveTo>
                    <a:lnTo>
                      <a:pt x="1" y="8645"/>
                    </a:lnTo>
                    <a:lnTo>
                      <a:pt x="679" y="8645"/>
                    </a:lnTo>
                    <a:lnTo>
                      <a:pt x="1571" y="1999"/>
                    </a:lnTo>
                    <a:lnTo>
                      <a:pt x="2882" y="8645"/>
                    </a:lnTo>
                    <a:lnTo>
                      <a:pt x="3498" y="8645"/>
                    </a:lnTo>
                    <a:lnTo>
                      <a:pt x="2864" y="13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70;p34">
                <a:extLst>
                  <a:ext uri="{FF2B5EF4-FFF2-40B4-BE49-F238E27FC236}">
                    <a16:creationId xmlns:a16="http://schemas.microsoft.com/office/drawing/2014/main" id="{76600D02-12A6-AD2F-7DAC-0AFEBDFE8867}"/>
                  </a:ext>
                </a:extLst>
              </p:cNvPr>
              <p:cNvSpPr/>
              <p:nvPr/>
            </p:nvSpPr>
            <p:spPr>
              <a:xfrm>
                <a:off x="8521702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553" y="0"/>
                    </a:moveTo>
                    <a:cubicBezTo>
                      <a:pt x="1553" y="0"/>
                      <a:pt x="929" y="491"/>
                      <a:pt x="670" y="526"/>
                    </a:cubicBezTo>
                    <a:cubicBezTo>
                      <a:pt x="447" y="553"/>
                      <a:pt x="108" y="696"/>
                      <a:pt x="19" y="865"/>
                    </a:cubicBezTo>
                    <a:cubicBezTo>
                      <a:pt x="10" y="892"/>
                      <a:pt x="1" y="910"/>
                      <a:pt x="1" y="937"/>
                    </a:cubicBezTo>
                    <a:lnTo>
                      <a:pt x="1517" y="937"/>
                    </a:lnTo>
                    <a:lnTo>
                      <a:pt x="1562" y="865"/>
                    </a:lnTo>
                    <a:lnTo>
                      <a:pt x="1642" y="758"/>
                    </a:lnTo>
                    <a:lnTo>
                      <a:pt x="1723" y="758"/>
                    </a:lnTo>
                    <a:lnTo>
                      <a:pt x="1723" y="937"/>
                    </a:lnTo>
                    <a:lnTo>
                      <a:pt x="2088" y="937"/>
                    </a:lnTo>
                    <a:lnTo>
                      <a:pt x="20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71;p34">
                <a:extLst>
                  <a:ext uri="{FF2B5EF4-FFF2-40B4-BE49-F238E27FC236}">
                    <a16:creationId xmlns:a16="http://schemas.microsoft.com/office/drawing/2014/main" id="{2EF22D59-1570-3311-C1D6-FD9AC32B0558}"/>
                  </a:ext>
                </a:extLst>
              </p:cNvPr>
              <p:cNvSpPr/>
              <p:nvPr/>
            </p:nvSpPr>
            <p:spPr>
              <a:xfrm>
                <a:off x="8521702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19" y="0"/>
                    </a:moveTo>
                    <a:cubicBezTo>
                      <a:pt x="10" y="27"/>
                      <a:pt x="1" y="45"/>
                      <a:pt x="1" y="72"/>
                    </a:cubicBezTo>
                    <a:lnTo>
                      <a:pt x="1517" y="72"/>
                    </a:lnTo>
                    <a:lnTo>
                      <a:pt x="1562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72;p34">
                <a:extLst>
                  <a:ext uri="{FF2B5EF4-FFF2-40B4-BE49-F238E27FC236}">
                    <a16:creationId xmlns:a16="http://schemas.microsoft.com/office/drawing/2014/main" id="{C107A621-8569-8707-1286-5CC7EC295A10}"/>
                  </a:ext>
                </a:extLst>
              </p:cNvPr>
              <p:cNvSpPr/>
              <p:nvPr/>
            </p:nvSpPr>
            <p:spPr>
              <a:xfrm>
                <a:off x="8589336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73;p34">
                <a:extLst>
                  <a:ext uri="{FF2B5EF4-FFF2-40B4-BE49-F238E27FC236}">
                    <a16:creationId xmlns:a16="http://schemas.microsoft.com/office/drawing/2014/main" id="{25190C9F-7755-DE77-DF4E-E13055F2EB8C}"/>
                  </a:ext>
                </a:extLst>
              </p:cNvPr>
              <p:cNvSpPr/>
              <p:nvPr/>
            </p:nvSpPr>
            <p:spPr>
              <a:xfrm>
                <a:off x="8587922" y="3768154"/>
                <a:ext cx="107974" cy="10212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60" extrusionOk="0">
                    <a:moveTo>
                      <a:pt x="1" y="1"/>
                    </a:moveTo>
                    <a:lnTo>
                      <a:pt x="1" y="143"/>
                    </a:lnTo>
                    <a:lnTo>
                      <a:pt x="2749" y="259"/>
                    </a:lnTo>
                    <a:lnTo>
                      <a:pt x="2749" y="259"/>
                    </a:lnTo>
                    <a:lnTo>
                      <a:pt x="2740" y="1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74;p34">
                <a:extLst>
                  <a:ext uri="{FF2B5EF4-FFF2-40B4-BE49-F238E27FC236}">
                    <a16:creationId xmlns:a16="http://schemas.microsoft.com/office/drawing/2014/main" id="{D3132E7C-D1FC-04A5-89C5-83CC4608EC98}"/>
                  </a:ext>
                </a:extLst>
              </p:cNvPr>
              <p:cNvSpPr/>
              <p:nvPr/>
            </p:nvSpPr>
            <p:spPr>
              <a:xfrm>
                <a:off x="8519974" y="3541332"/>
                <a:ext cx="101297" cy="142224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3621" extrusionOk="0">
                    <a:moveTo>
                      <a:pt x="2210" y="1"/>
                    </a:moveTo>
                    <a:cubicBezTo>
                      <a:pt x="2199" y="1"/>
                      <a:pt x="2188" y="2"/>
                      <a:pt x="2177" y="4"/>
                    </a:cubicBezTo>
                    <a:cubicBezTo>
                      <a:pt x="1998" y="39"/>
                      <a:pt x="1695" y="155"/>
                      <a:pt x="1526" y="601"/>
                    </a:cubicBezTo>
                    <a:cubicBezTo>
                      <a:pt x="1276" y="1262"/>
                      <a:pt x="303" y="2974"/>
                      <a:pt x="303" y="2974"/>
                    </a:cubicBezTo>
                    <a:cubicBezTo>
                      <a:pt x="303" y="2974"/>
                      <a:pt x="0" y="3438"/>
                      <a:pt x="268" y="3581"/>
                    </a:cubicBezTo>
                    <a:cubicBezTo>
                      <a:pt x="318" y="3608"/>
                      <a:pt x="362" y="3621"/>
                      <a:pt x="402" y="3621"/>
                    </a:cubicBezTo>
                    <a:cubicBezTo>
                      <a:pt x="574" y="3621"/>
                      <a:pt x="684" y="3380"/>
                      <a:pt x="1017" y="2974"/>
                    </a:cubicBezTo>
                    <a:cubicBezTo>
                      <a:pt x="1392" y="2502"/>
                      <a:pt x="2578" y="833"/>
                      <a:pt x="2391" y="137"/>
                    </a:cubicBezTo>
                    <a:cubicBezTo>
                      <a:pt x="2367" y="59"/>
                      <a:pt x="2295" y="1"/>
                      <a:pt x="2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75;p34">
                <a:extLst>
                  <a:ext uri="{FF2B5EF4-FFF2-40B4-BE49-F238E27FC236}">
                    <a16:creationId xmlns:a16="http://schemas.microsoft.com/office/drawing/2014/main" id="{F369E56E-6E32-246F-97A6-C89F8E32D44D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09349" cy="98233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2501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1687" y="2177"/>
                    </a:lnTo>
                    <a:cubicBezTo>
                      <a:pt x="1687" y="2177"/>
                      <a:pt x="1914" y="2501"/>
                      <a:pt x="2175" y="2501"/>
                    </a:cubicBezTo>
                    <a:cubicBezTo>
                      <a:pt x="2261" y="2501"/>
                      <a:pt x="2350" y="2466"/>
                      <a:pt x="2436" y="2373"/>
                    </a:cubicBezTo>
                    <a:cubicBezTo>
                      <a:pt x="2784" y="1999"/>
                      <a:pt x="1919" y="1437"/>
                      <a:pt x="1919" y="1437"/>
                    </a:cubicBez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76;p34">
                <a:extLst>
                  <a:ext uri="{FF2B5EF4-FFF2-40B4-BE49-F238E27FC236}">
                    <a16:creationId xmlns:a16="http://schemas.microsoft.com/office/drawing/2014/main" id="{A514FF9D-D42B-A014-7524-87F3F2561916}"/>
                  </a:ext>
                </a:extLst>
              </p:cNvPr>
              <p:cNvSpPr/>
              <p:nvPr/>
            </p:nvSpPr>
            <p:spPr>
              <a:xfrm>
                <a:off x="8689884" y="3541450"/>
                <a:ext cx="86607" cy="148076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3770" extrusionOk="0">
                    <a:moveTo>
                      <a:pt x="334" y="1"/>
                    </a:moveTo>
                    <a:cubicBezTo>
                      <a:pt x="263" y="1"/>
                      <a:pt x="196" y="36"/>
                      <a:pt x="161" y="99"/>
                    </a:cubicBezTo>
                    <a:cubicBezTo>
                      <a:pt x="81" y="259"/>
                      <a:pt x="1" y="581"/>
                      <a:pt x="269" y="982"/>
                    </a:cubicBezTo>
                    <a:cubicBezTo>
                      <a:pt x="652" y="1571"/>
                      <a:pt x="1464" y="3364"/>
                      <a:pt x="1464" y="3364"/>
                    </a:cubicBezTo>
                    <a:cubicBezTo>
                      <a:pt x="1464" y="3364"/>
                      <a:pt x="1618" y="3770"/>
                      <a:pt x="1845" y="3770"/>
                    </a:cubicBezTo>
                    <a:cubicBezTo>
                      <a:pt x="1874" y="3770"/>
                      <a:pt x="1905" y="3763"/>
                      <a:pt x="1937" y="3747"/>
                    </a:cubicBezTo>
                    <a:cubicBezTo>
                      <a:pt x="2204" y="3614"/>
                      <a:pt x="2044" y="3408"/>
                      <a:pt x="1883" y="2784"/>
                    </a:cubicBezTo>
                    <a:cubicBezTo>
                      <a:pt x="1723" y="2204"/>
                      <a:pt x="1071" y="259"/>
                      <a:pt x="393" y="10"/>
                    </a:cubicBezTo>
                    <a:cubicBezTo>
                      <a:pt x="374" y="4"/>
                      <a:pt x="353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77;p34">
                <a:extLst>
                  <a:ext uri="{FF2B5EF4-FFF2-40B4-BE49-F238E27FC236}">
                    <a16:creationId xmlns:a16="http://schemas.microsoft.com/office/drawing/2014/main" id="{9E7F7B78-82F0-831C-6C89-0DEB09C75F28}"/>
                  </a:ext>
                </a:extLst>
              </p:cNvPr>
              <p:cNvSpPr/>
              <p:nvPr/>
            </p:nvSpPr>
            <p:spPr>
              <a:xfrm>
                <a:off x="8734384" y="3665642"/>
                <a:ext cx="43834" cy="120071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3057" extrusionOk="0">
                    <a:moveTo>
                      <a:pt x="589" y="1"/>
                    </a:moveTo>
                    <a:cubicBezTo>
                      <a:pt x="164" y="1"/>
                      <a:pt x="197" y="916"/>
                      <a:pt x="197" y="916"/>
                    </a:cubicBezTo>
                    <a:lnTo>
                      <a:pt x="1" y="3003"/>
                    </a:lnTo>
                    <a:lnTo>
                      <a:pt x="349" y="3057"/>
                    </a:lnTo>
                    <a:lnTo>
                      <a:pt x="893" y="701"/>
                    </a:lnTo>
                    <a:cubicBezTo>
                      <a:pt x="893" y="701"/>
                      <a:pt x="1116" y="86"/>
                      <a:pt x="643" y="6"/>
                    </a:cubicBezTo>
                    <a:cubicBezTo>
                      <a:pt x="624" y="2"/>
                      <a:pt x="606" y="1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78;p34">
                <a:extLst>
                  <a:ext uri="{FF2B5EF4-FFF2-40B4-BE49-F238E27FC236}">
                    <a16:creationId xmlns:a16="http://schemas.microsoft.com/office/drawing/2014/main" id="{051DEF1C-15CE-D322-D787-702D416D7E10}"/>
                  </a:ext>
                </a:extLst>
              </p:cNvPr>
              <p:cNvSpPr/>
              <p:nvPr/>
            </p:nvSpPr>
            <p:spPr>
              <a:xfrm>
                <a:off x="8624371" y="3536148"/>
                <a:ext cx="68736" cy="107306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732" extrusionOk="0">
                    <a:moveTo>
                      <a:pt x="390" y="0"/>
                    </a:moveTo>
                    <a:cubicBezTo>
                      <a:pt x="303" y="0"/>
                      <a:pt x="161" y="4"/>
                      <a:pt x="1" y="20"/>
                    </a:cubicBezTo>
                    <a:lnTo>
                      <a:pt x="375" y="2241"/>
                    </a:lnTo>
                    <a:lnTo>
                      <a:pt x="465" y="2732"/>
                    </a:lnTo>
                    <a:lnTo>
                      <a:pt x="705" y="2223"/>
                    </a:lnTo>
                    <a:lnTo>
                      <a:pt x="1749" y="82"/>
                    </a:lnTo>
                    <a:cubicBezTo>
                      <a:pt x="1553" y="73"/>
                      <a:pt x="1330" y="64"/>
                      <a:pt x="1125" y="46"/>
                    </a:cubicBezTo>
                    <a:cubicBezTo>
                      <a:pt x="982" y="38"/>
                      <a:pt x="848" y="29"/>
                      <a:pt x="741" y="20"/>
                    </a:cubicBezTo>
                    <a:cubicBezTo>
                      <a:pt x="589" y="11"/>
                      <a:pt x="482" y="2"/>
                      <a:pt x="482" y="2"/>
                    </a:cubicBezTo>
                    <a:cubicBezTo>
                      <a:pt x="482" y="2"/>
                      <a:pt x="448" y="0"/>
                      <a:pt x="3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79;p34">
                <a:extLst>
                  <a:ext uri="{FF2B5EF4-FFF2-40B4-BE49-F238E27FC236}">
                    <a16:creationId xmlns:a16="http://schemas.microsoft.com/office/drawing/2014/main" id="{DC8EAEF2-6306-8317-51EE-06D5D538DFD0}"/>
                  </a:ext>
                </a:extLst>
              </p:cNvPr>
              <p:cNvSpPr/>
              <p:nvPr/>
            </p:nvSpPr>
            <p:spPr>
              <a:xfrm>
                <a:off x="8639099" y="3536894"/>
                <a:ext cx="29458" cy="10656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713" extrusionOk="0">
                    <a:moveTo>
                      <a:pt x="366" y="1"/>
                    </a:moveTo>
                    <a:lnTo>
                      <a:pt x="446" y="197"/>
                    </a:lnTo>
                    <a:lnTo>
                      <a:pt x="0" y="2222"/>
                    </a:lnTo>
                    <a:lnTo>
                      <a:pt x="90" y="2713"/>
                    </a:lnTo>
                    <a:lnTo>
                      <a:pt x="330" y="2204"/>
                    </a:lnTo>
                    <a:lnTo>
                      <a:pt x="589" y="197"/>
                    </a:lnTo>
                    <a:lnTo>
                      <a:pt x="750" y="27"/>
                    </a:lnTo>
                    <a:cubicBezTo>
                      <a:pt x="607" y="19"/>
                      <a:pt x="473" y="10"/>
                      <a:pt x="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80;p34">
                <a:extLst>
                  <a:ext uri="{FF2B5EF4-FFF2-40B4-BE49-F238E27FC236}">
                    <a16:creationId xmlns:a16="http://schemas.microsoft.com/office/drawing/2014/main" id="{175C50F0-558F-4CEF-844E-94B0C16AB859}"/>
                  </a:ext>
                </a:extLst>
              </p:cNvPr>
              <p:cNvSpPr/>
              <p:nvPr/>
            </p:nvSpPr>
            <p:spPr>
              <a:xfrm>
                <a:off x="8628220" y="3431005"/>
                <a:ext cx="64886" cy="5161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314" extrusionOk="0">
                    <a:moveTo>
                      <a:pt x="558" y="0"/>
                    </a:moveTo>
                    <a:cubicBezTo>
                      <a:pt x="268" y="0"/>
                      <a:pt x="26" y="224"/>
                      <a:pt x="1" y="520"/>
                    </a:cubicBezTo>
                    <a:cubicBezTo>
                      <a:pt x="280" y="570"/>
                      <a:pt x="564" y="602"/>
                      <a:pt x="853" y="602"/>
                    </a:cubicBezTo>
                    <a:cubicBezTo>
                      <a:pt x="978" y="602"/>
                      <a:pt x="1105" y="596"/>
                      <a:pt x="1232" y="582"/>
                    </a:cubicBezTo>
                    <a:lnTo>
                      <a:pt x="1232" y="582"/>
                    </a:lnTo>
                    <a:cubicBezTo>
                      <a:pt x="1223" y="868"/>
                      <a:pt x="1330" y="1109"/>
                      <a:pt x="1580" y="1314"/>
                    </a:cubicBezTo>
                    <a:lnTo>
                      <a:pt x="1633" y="645"/>
                    </a:lnTo>
                    <a:cubicBezTo>
                      <a:pt x="1651" y="333"/>
                      <a:pt x="1419" y="65"/>
                      <a:pt x="1116" y="38"/>
                    </a:cubicBezTo>
                    <a:lnTo>
                      <a:pt x="607" y="3"/>
                    </a:lnTo>
                    <a:cubicBezTo>
                      <a:pt x="591" y="1"/>
                      <a:pt x="575" y="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81;p34">
                <a:extLst>
                  <a:ext uri="{FF2B5EF4-FFF2-40B4-BE49-F238E27FC236}">
                    <a16:creationId xmlns:a16="http://schemas.microsoft.com/office/drawing/2014/main" id="{555057DA-3464-D0BA-06ED-6C49AE12A3C7}"/>
                  </a:ext>
                </a:extLst>
              </p:cNvPr>
              <p:cNvSpPr/>
              <p:nvPr/>
            </p:nvSpPr>
            <p:spPr>
              <a:xfrm>
                <a:off x="8608267" y="3421225"/>
                <a:ext cx="51532" cy="30283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771" extrusionOk="0">
                    <a:moveTo>
                      <a:pt x="599" y="0"/>
                    </a:moveTo>
                    <a:cubicBezTo>
                      <a:pt x="556" y="0"/>
                      <a:pt x="514" y="4"/>
                      <a:pt x="473" y="11"/>
                    </a:cubicBezTo>
                    <a:cubicBezTo>
                      <a:pt x="313" y="37"/>
                      <a:pt x="152" y="127"/>
                      <a:pt x="72" y="269"/>
                    </a:cubicBezTo>
                    <a:cubicBezTo>
                      <a:pt x="0" y="412"/>
                      <a:pt x="27" y="617"/>
                      <a:pt x="170" y="707"/>
                    </a:cubicBezTo>
                    <a:cubicBezTo>
                      <a:pt x="223" y="733"/>
                      <a:pt x="286" y="751"/>
                      <a:pt x="348" y="760"/>
                    </a:cubicBezTo>
                    <a:cubicBezTo>
                      <a:pt x="396" y="767"/>
                      <a:pt x="444" y="771"/>
                      <a:pt x="493" y="771"/>
                    </a:cubicBezTo>
                    <a:cubicBezTo>
                      <a:pt x="626" y="771"/>
                      <a:pt x="759" y="746"/>
                      <a:pt x="883" y="707"/>
                    </a:cubicBezTo>
                    <a:cubicBezTo>
                      <a:pt x="999" y="671"/>
                      <a:pt x="1312" y="564"/>
                      <a:pt x="1312" y="430"/>
                    </a:cubicBezTo>
                    <a:cubicBezTo>
                      <a:pt x="1312" y="287"/>
                      <a:pt x="1071" y="136"/>
                      <a:pt x="964" y="82"/>
                    </a:cubicBezTo>
                    <a:cubicBezTo>
                      <a:pt x="851" y="29"/>
                      <a:pt x="723" y="0"/>
                      <a:pt x="5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82;p34">
                <a:extLst>
                  <a:ext uri="{FF2B5EF4-FFF2-40B4-BE49-F238E27FC236}">
                    <a16:creationId xmlns:a16="http://schemas.microsoft.com/office/drawing/2014/main" id="{6084F326-1C4E-8DFB-4D6C-B1037B37AFF9}"/>
                  </a:ext>
                </a:extLst>
              </p:cNvPr>
              <p:cNvSpPr/>
              <p:nvPr/>
            </p:nvSpPr>
            <p:spPr>
              <a:xfrm>
                <a:off x="8636625" y="3420911"/>
                <a:ext cx="66615" cy="6606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82" extrusionOk="0">
                    <a:moveTo>
                      <a:pt x="848" y="1"/>
                    </a:moveTo>
                    <a:cubicBezTo>
                      <a:pt x="706" y="1"/>
                      <a:pt x="1" y="170"/>
                      <a:pt x="224" y="465"/>
                    </a:cubicBezTo>
                    <a:cubicBezTo>
                      <a:pt x="313" y="581"/>
                      <a:pt x="563" y="599"/>
                      <a:pt x="688" y="643"/>
                    </a:cubicBezTo>
                    <a:cubicBezTo>
                      <a:pt x="822" y="688"/>
                      <a:pt x="964" y="750"/>
                      <a:pt x="1054" y="884"/>
                    </a:cubicBezTo>
                    <a:cubicBezTo>
                      <a:pt x="1161" y="1027"/>
                      <a:pt x="1187" y="1223"/>
                      <a:pt x="1205" y="1410"/>
                    </a:cubicBezTo>
                    <a:cubicBezTo>
                      <a:pt x="1205" y="1517"/>
                      <a:pt x="1223" y="1642"/>
                      <a:pt x="1312" y="1678"/>
                    </a:cubicBezTo>
                    <a:cubicBezTo>
                      <a:pt x="1323" y="1681"/>
                      <a:pt x="1332" y="1682"/>
                      <a:pt x="1342" y="1682"/>
                    </a:cubicBezTo>
                    <a:cubicBezTo>
                      <a:pt x="1364" y="1682"/>
                      <a:pt x="1383" y="1675"/>
                      <a:pt x="1401" y="1669"/>
                    </a:cubicBezTo>
                    <a:cubicBezTo>
                      <a:pt x="1509" y="1633"/>
                      <a:pt x="1580" y="1535"/>
                      <a:pt x="1625" y="1428"/>
                    </a:cubicBezTo>
                    <a:cubicBezTo>
                      <a:pt x="1660" y="1312"/>
                      <a:pt x="1669" y="1196"/>
                      <a:pt x="1678" y="1071"/>
                    </a:cubicBezTo>
                    <a:cubicBezTo>
                      <a:pt x="1696" y="768"/>
                      <a:pt x="1678" y="420"/>
                      <a:pt x="1482" y="215"/>
                    </a:cubicBezTo>
                    <a:cubicBezTo>
                      <a:pt x="1321" y="37"/>
                      <a:pt x="1071" y="10"/>
                      <a:pt x="8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83;p34">
                <a:extLst>
                  <a:ext uri="{FF2B5EF4-FFF2-40B4-BE49-F238E27FC236}">
                    <a16:creationId xmlns:a16="http://schemas.microsoft.com/office/drawing/2014/main" id="{9D2A44C5-9DCD-7667-9F51-3B9A39EDBCFB}"/>
                  </a:ext>
                </a:extLst>
              </p:cNvPr>
              <p:cNvSpPr/>
              <p:nvPr/>
            </p:nvSpPr>
            <p:spPr>
              <a:xfrm>
                <a:off x="8675548" y="3467178"/>
                <a:ext cx="1685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9" extrusionOk="0">
                    <a:moveTo>
                      <a:pt x="223" y="0"/>
                    </a:moveTo>
                    <a:cubicBezTo>
                      <a:pt x="107" y="0"/>
                      <a:pt x="9" y="90"/>
                      <a:pt x="9" y="206"/>
                    </a:cubicBezTo>
                    <a:cubicBezTo>
                      <a:pt x="0" y="322"/>
                      <a:pt x="89" y="420"/>
                      <a:pt x="205" y="429"/>
                    </a:cubicBezTo>
                    <a:cubicBezTo>
                      <a:pt x="321" y="429"/>
                      <a:pt x="419" y="339"/>
                      <a:pt x="428" y="223"/>
                    </a:cubicBezTo>
                    <a:cubicBezTo>
                      <a:pt x="428" y="107"/>
                      <a:pt x="339" y="9"/>
                      <a:pt x="223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84;p34">
                <a:extLst>
                  <a:ext uri="{FF2B5EF4-FFF2-40B4-BE49-F238E27FC236}">
                    <a16:creationId xmlns:a16="http://schemas.microsoft.com/office/drawing/2014/main" id="{AEFCA397-E257-A952-4B30-B588C03557E4}"/>
                  </a:ext>
                </a:extLst>
              </p:cNvPr>
              <p:cNvSpPr/>
              <p:nvPr/>
            </p:nvSpPr>
            <p:spPr>
              <a:xfrm>
                <a:off x="8638746" y="3568786"/>
                <a:ext cx="53300" cy="202201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5148" extrusionOk="0">
                    <a:moveTo>
                      <a:pt x="1330" y="0"/>
                    </a:moveTo>
                    <a:cubicBezTo>
                      <a:pt x="1330" y="0"/>
                      <a:pt x="1321" y="0"/>
                      <a:pt x="1321" y="9"/>
                    </a:cubicBezTo>
                    <a:lnTo>
                      <a:pt x="1339" y="589"/>
                    </a:lnTo>
                    <a:lnTo>
                      <a:pt x="81" y="1972"/>
                    </a:lnTo>
                    <a:lnTo>
                      <a:pt x="72" y="1972"/>
                    </a:lnTo>
                    <a:cubicBezTo>
                      <a:pt x="54" y="3043"/>
                      <a:pt x="18" y="5077"/>
                      <a:pt x="0" y="5130"/>
                    </a:cubicBezTo>
                    <a:cubicBezTo>
                      <a:pt x="0" y="5139"/>
                      <a:pt x="0" y="5148"/>
                      <a:pt x="9" y="5148"/>
                    </a:cubicBezTo>
                    <a:cubicBezTo>
                      <a:pt x="18" y="5148"/>
                      <a:pt x="18" y="5148"/>
                      <a:pt x="18" y="5139"/>
                    </a:cubicBezTo>
                    <a:cubicBezTo>
                      <a:pt x="36" y="5085"/>
                      <a:pt x="90" y="2150"/>
                      <a:pt x="99" y="1981"/>
                    </a:cubicBezTo>
                    <a:lnTo>
                      <a:pt x="1356" y="598"/>
                    </a:lnTo>
                    <a:cubicBezTo>
                      <a:pt x="1356" y="598"/>
                      <a:pt x="1356" y="589"/>
                      <a:pt x="1356" y="589"/>
                    </a:cubicBezTo>
                    <a:lnTo>
                      <a:pt x="1339" y="9"/>
                    </a:lnTo>
                    <a:cubicBezTo>
                      <a:pt x="1339" y="0"/>
                      <a:pt x="1339" y="0"/>
                      <a:pt x="1330" y="0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85;p34">
                <a:extLst>
                  <a:ext uri="{FF2B5EF4-FFF2-40B4-BE49-F238E27FC236}">
                    <a16:creationId xmlns:a16="http://schemas.microsoft.com/office/drawing/2014/main" id="{24CC7D41-9F5D-95F8-F169-5D2AB6F0A16F}"/>
                  </a:ext>
                </a:extLst>
              </p:cNvPr>
              <p:cNvSpPr/>
              <p:nvPr/>
            </p:nvSpPr>
            <p:spPr>
              <a:xfrm>
                <a:off x="8611056" y="3571222"/>
                <a:ext cx="31226" cy="7537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919" extrusionOk="0">
                    <a:moveTo>
                      <a:pt x="27" y="1"/>
                    </a:moveTo>
                    <a:cubicBezTo>
                      <a:pt x="27" y="1"/>
                      <a:pt x="18" y="1"/>
                      <a:pt x="18" y="10"/>
                    </a:cubicBezTo>
                    <a:lnTo>
                      <a:pt x="1" y="616"/>
                    </a:lnTo>
                    <a:cubicBezTo>
                      <a:pt x="1" y="625"/>
                      <a:pt x="10" y="625"/>
                      <a:pt x="10" y="625"/>
                    </a:cubicBezTo>
                    <a:lnTo>
                      <a:pt x="777" y="1910"/>
                    </a:lnTo>
                    <a:cubicBezTo>
                      <a:pt x="777" y="1910"/>
                      <a:pt x="777" y="1919"/>
                      <a:pt x="786" y="1919"/>
                    </a:cubicBezTo>
                    <a:cubicBezTo>
                      <a:pt x="795" y="1910"/>
                      <a:pt x="795" y="1901"/>
                      <a:pt x="795" y="1901"/>
                    </a:cubicBezTo>
                    <a:lnTo>
                      <a:pt x="27" y="616"/>
                    </a:lnTo>
                    <a:lnTo>
                      <a:pt x="36" y="10"/>
                    </a:lnTo>
                    <a:cubicBezTo>
                      <a:pt x="36" y="1"/>
                      <a:pt x="36" y="1"/>
                      <a:pt x="27" y="1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86;p34">
                <a:extLst>
                  <a:ext uri="{FF2B5EF4-FFF2-40B4-BE49-F238E27FC236}">
                    <a16:creationId xmlns:a16="http://schemas.microsoft.com/office/drawing/2014/main" id="{1CB84E5A-5EFC-9E33-037E-FDBCD47A8339}"/>
                  </a:ext>
                </a:extLst>
              </p:cNvPr>
              <p:cNvSpPr/>
              <p:nvPr/>
            </p:nvSpPr>
            <p:spPr>
              <a:xfrm>
                <a:off x="8734384" y="3780408"/>
                <a:ext cx="14415" cy="530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35" extrusionOk="0">
                    <a:moveTo>
                      <a:pt x="10" y="1"/>
                    </a:moveTo>
                    <a:lnTo>
                      <a:pt x="1" y="81"/>
                    </a:lnTo>
                    <a:lnTo>
                      <a:pt x="349" y="135"/>
                    </a:lnTo>
                    <a:lnTo>
                      <a:pt x="367" y="63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87;p34">
                <a:extLst>
                  <a:ext uri="{FF2B5EF4-FFF2-40B4-BE49-F238E27FC236}">
                    <a16:creationId xmlns:a16="http://schemas.microsoft.com/office/drawing/2014/main" id="{59CA0633-43F3-23F1-2A29-575D75370BED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406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9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72" y="348"/>
                    </a:lnTo>
                    <a:lnTo>
                      <a:pt x="357" y="90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88;p34">
                <a:extLst>
                  <a:ext uri="{FF2B5EF4-FFF2-40B4-BE49-F238E27FC236}">
                    <a16:creationId xmlns:a16="http://schemas.microsoft.com/office/drawing/2014/main" id="{92120D88-0835-C4A9-FBC2-B0B4D8A12999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63946" cy="194502"/>
              </a:xfrm>
              <a:custGeom>
                <a:avLst/>
                <a:gdLst/>
                <a:ahLst/>
                <a:cxnLst/>
                <a:rect l="l" t="t" r="r" b="b"/>
                <a:pathLst>
                  <a:path w="11812" h="4952" extrusionOk="0">
                    <a:moveTo>
                      <a:pt x="0" y="0"/>
                    </a:moveTo>
                    <a:lnTo>
                      <a:pt x="1017" y="857"/>
                    </a:lnTo>
                    <a:lnTo>
                      <a:pt x="1044" y="874"/>
                    </a:lnTo>
                    <a:lnTo>
                      <a:pt x="11490" y="4951"/>
                    </a:lnTo>
                    <a:lnTo>
                      <a:pt x="11812" y="4140"/>
                    </a:lnTo>
                    <a:lnTo>
                      <a:pt x="1356" y="63"/>
                    </a:lnTo>
                    <a:lnTo>
                      <a:pt x="1329" y="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89;p34">
                <a:extLst>
                  <a:ext uri="{FF2B5EF4-FFF2-40B4-BE49-F238E27FC236}">
                    <a16:creationId xmlns:a16="http://schemas.microsoft.com/office/drawing/2014/main" id="{9D89001A-4F9E-D641-9F1E-BF6D7D2980A8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52239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857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329" y="63"/>
                    </a:lnTo>
                    <a:lnTo>
                      <a:pt x="607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90;p34">
                <a:extLst>
                  <a:ext uri="{FF2B5EF4-FFF2-40B4-BE49-F238E27FC236}">
                    <a16:creationId xmlns:a16="http://schemas.microsoft.com/office/drawing/2014/main" id="{CB3CCDC2-7846-4CA8-53E3-809241CEADAE}"/>
                  </a:ext>
                </a:extLst>
              </p:cNvPr>
              <p:cNvSpPr/>
              <p:nvPr/>
            </p:nvSpPr>
            <p:spPr>
              <a:xfrm>
                <a:off x="8838467" y="3839283"/>
                <a:ext cx="34721" cy="40691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036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562" y="1035"/>
                    </a:lnTo>
                    <a:lnTo>
                      <a:pt x="884" y="224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91;p34">
                <a:extLst>
                  <a:ext uri="{FF2B5EF4-FFF2-40B4-BE49-F238E27FC236}">
                    <a16:creationId xmlns:a16="http://schemas.microsoft.com/office/drawing/2014/main" id="{F3C774C9-61A0-D8AD-E2C3-BAAD4F1FF4FE}"/>
                  </a:ext>
                </a:extLst>
              </p:cNvPr>
              <p:cNvSpPr/>
              <p:nvPr/>
            </p:nvSpPr>
            <p:spPr>
              <a:xfrm>
                <a:off x="8860540" y="3848042"/>
                <a:ext cx="28083" cy="37864"/>
              </a:xfrm>
              <a:custGeom>
                <a:avLst/>
                <a:gdLst/>
                <a:ahLst/>
                <a:cxnLst/>
                <a:rect l="l" t="t" r="r" b="b"/>
                <a:pathLst>
                  <a:path w="715" h="964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393" y="964"/>
                    </a:lnTo>
                    <a:lnTo>
                      <a:pt x="714" y="152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2;p34">
                <a:extLst>
                  <a:ext uri="{FF2B5EF4-FFF2-40B4-BE49-F238E27FC236}">
                    <a16:creationId xmlns:a16="http://schemas.microsoft.com/office/drawing/2014/main" id="{5D7C6826-752A-937B-09AD-D667C4094F2A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23488" cy="15436"/>
              </a:xfrm>
              <a:custGeom>
                <a:avLst/>
                <a:gdLst/>
                <a:ahLst/>
                <a:cxnLst/>
                <a:rect l="l" t="t" r="r" b="b"/>
                <a:pathLst>
                  <a:path w="598" h="39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598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93;p34">
                <a:extLst>
                  <a:ext uri="{FF2B5EF4-FFF2-40B4-BE49-F238E27FC236}">
                    <a16:creationId xmlns:a16="http://schemas.microsoft.com/office/drawing/2014/main" id="{0677AF77-B6FD-A58E-D043-E441E5CF0C89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73058" cy="200433"/>
              </a:xfrm>
              <a:custGeom>
                <a:avLst/>
                <a:gdLst/>
                <a:ahLst/>
                <a:cxnLst/>
                <a:rect l="l" t="t" r="r" b="b"/>
                <a:pathLst>
                  <a:path w="12044" h="510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044" y="874"/>
                    </a:lnTo>
                    <a:lnTo>
                      <a:pt x="10928" y="4728"/>
                    </a:lnTo>
                    <a:lnTo>
                      <a:pt x="11490" y="4951"/>
                    </a:lnTo>
                    <a:lnTo>
                      <a:pt x="11883" y="5103"/>
                    </a:lnTo>
                    <a:lnTo>
                      <a:pt x="12044" y="4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94;p34">
                <a:extLst>
                  <a:ext uri="{FF2B5EF4-FFF2-40B4-BE49-F238E27FC236}">
                    <a16:creationId xmlns:a16="http://schemas.microsoft.com/office/drawing/2014/main" id="{8A5D03CC-3195-4C5C-411D-438BD846BA27}"/>
                  </a:ext>
                </a:extLst>
              </p:cNvPr>
              <p:cNvSpPr/>
              <p:nvPr/>
            </p:nvSpPr>
            <p:spPr>
              <a:xfrm>
                <a:off x="8737566" y="3789991"/>
                <a:ext cx="16850" cy="2148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47" extrusionOk="0">
                    <a:moveTo>
                      <a:pt x="124" y="1"/>
                    </a:moveTo>
                    <a:cubicBezTo>
                      <a:pt x="113" y="1"/>
                      <a:pt x="101" y="3"/>
                      <a:pt x="89" y="7"/>
                    </a:cubicBezTo>
                    <a:cubicBezTo>
                      <a:pt x="27" y="15"/>
                      <a:pt x="0" y="78"/>
                      <a:pt x="18" y="131"/>
                    </a:cubicBezTo>
                    <a:cubicBezTo>
                      <a:pt x="45" y="194"/>
                      <a:pt x="45" y="265"/>
                      <a:pt x="54" y="337"/>
                    </a:cubicBezTo>
                    <a:cubicBezTo>
                      <a:pt x="54" y="372"/>
                      <a:pt x="54" y="408"/>
                      <a:pt x="72" y="444"/>
                    </a:cubicBezTo>
                    <a:cubicBezTo>
                      <a:pt x="98" y="497"/>
                      <a:pt x="170" y="524"/>
                      <a:pt x="232" y="542"/>
                    </a:cubicBezTo>
                    <a:cubicBezTo>
                      <a:pt x="249" y="545"/>
                      <a:pt x="267" y="546"/>
                      <a:pt x="285" y="546"/>
                    </a:cubicBezTo>
                    <a:cubicBezTo>
                      <a:pt x="326" y="546"/>
                      <a:pt x="368" y="537"/>
                      <a:pt x="393" y="506"/>
                    </a:cubicBezTo>
                    <a:cubicBezTo>
                      <a:pt x="402" y="488"/>
                      <a:pt x="411" y="462"/>
                      <a:pt x="411" y="444"/>
                    </a:cubicBezTo>
                    <a:cubicBezTo>
                      <a:pt x="428" y="292"/>
                      <a:pt x="357" y="140"/>
                      <a:pt x="241" y="51"/>
                    </a:cubicBezTo>
                    <a:cubicBezTo>
                      <a:pt x="206" y="23"/>
                      <a:pt x="166" y="1"/>
                      <a:pt x="124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" name="Google Shape;595;p34">
            <a:extLst>
              <a:ext uri="{FF2B5EF4-FFF2-40B4-BE49-F238E27FC236}">
                <a16:creationId xmlns:a16="http://schemas.microsoft.com/office/drawing/2014/main" id="{C4DDDABA-B38D-196C-E732-DFE101EA01D4}"/>
              </a:ext>
            </a:extLst>
          </p:cNvPr>
          <p:cNvGrpSpPr/>
          <p:nvPr/>
        </p:nvGrpSpPr>
        <p:grpSpPr>
          <a:xfrm>
            <a:off x="8514340" y="3947566"/>
            <a:ext cx="341201" cy="137794"/>
            <a:chOff x="2869533" y="318283"/>
            <a:chExt cx="102176" cy="85817"/>
          </a:xfrm>
        </p:grpSpPr>
        <p:sp>
          <p:nvSpPr>
            <p:cNvPr id="63" name="Google Shape;596;p34">
              <a:extLst>
                <a:ext uri="{FF2B5EF4-FFF2-40B4-BE49-F238E27FC236}">
                  <a16:creationId xmlns:a16="http://schemas.microsoft.com/office/drawing/2014/main" id="{62807207-39B0-D204-C7E4-A068D2E019EE}"/>
                </a:ext>
              </a:extLst>
            </p:cNvPr>
            <p:cNvSpPr/>
            <p:nvPr/>
          </p:nvSpPr>
          <p:spPr>
            <a:xfrm>
              <a:off x="2869533" y="318283"/>
              <a:ext cx="101302" cy="85817"/>
            </a:xfrm>
            <a:custGeom>
              <a:avLst/>
              <a:gdLst/>
              <a:ahLst/>
              <a:cxnLst/>
              <a:rect l="l" t="t" r="r" b="b"/>
              <a:pathLst>
                <a:path w="2445" h="2071" extrusionOk="0">
                  <a:moveTo>
                    <a:pt x="0" y="1"/>
                  </a:moveTo>
                  <a:lnTo>
                    <a:pt x="0" y="2070"/>
                  </a:lnTo>
                  <a:lnTo>
                    <a:pt x="2079" y="2070"/>
                  </a:lnTo>
                  <a:lnTo>
                    <a:pt x="2079" y="732"/>
                  </a:lnTo>
                  <a:lnTo>
                    <a:pt x="2445" y="384"/>
                  </a:lnTo>
                  <a:lnTo>
                    <a:pt x="2248" y="188"/>
                  </a:lnTo>
                  <a:lnTo>
                    <a:pt x="2079" y="357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597;p34">
              <a:extLst>
                <a:ext uri="{FF2B5EF4-FFF2-40B4-BE49-F238E27FC236}">
                  <a16:creationId xmlns:a16="http://schemas.microsoft.com/office/drawing/2014/main" id="{5E97B695-8D79-B260-4FDF-78079371507B}"/>
                </a:ext>
              </a:extLst>
            </p:cNvPr>
            <p:cNvGrpSpPr/>
            <p:nvPr/>
          </p:nvGrpSpPr>
          <p:grpSpPr>
            <a:xfrm>
              <a:off x="2869754" y="318941"/>
              <a:ext cx="101955" cy="84600"/>
              <a:chOff x="2854604" y="2360241"/>
              <a:chExt cx="101955" cy="84600"/>
            </a:xfrm>
          </p:grpSpPr>
          <p:sp>
            <p:nvSpPr>
              <p:cNvPr id="321" name="Google Shape;598;p34">
                <a:extLst>
                  <a:ext uri="{FF2B5EF4-FFF2-40B4-BE49-F238E27FC236}">
                    <a16:creationId xmlns:a16="http://schemas.microsoft.com/office/drawing/2014/main" id="{771B35DE-285D-7CB1-134C-61665241F888}"/>
                  </a:ext>
                </a:extLst>
              </p:cNvPr>
              <p:cNvSpPr/>
              <p:nvPr/>
            </p:nvSpPr>
            <p:spPr>
              <a:xfrm>
                <a:off x="2854604" y="2360241"/>
                <a:ext cx="84600" cy="84600"/>
              </a:xfrm>
              <a:prstGeom prst="rect">
                <a:avLst/>
              </a:prstGeom>
              <a:solidFill>
                <a:schemeClr val="accent6"/>
              </a:solidFill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599;p34">
                <a:extLst>
                  <a:ext uri="{FF2B5EF4-FFF2-40B4-BE49-F238E27FC236}">
                    <a16:creationId xmlns:a16="http://schemas.microsoft.com/office/drawing/2014/main" id="{687FA836-61ED-A910-AF3F-AE54E239F3AC}"/>
                  </a:ext>
                </a:extLst>
              </p:cNvPr>
              <p:cNvSpPr/>
              <p:nvPr/>
            </p:nvSpPr>
            <p:spPr>
              <a:xfrm>
                <a:off x="2867701" y="2366864"/>
                <a:ext cx="88858" cy="64434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482" extrusionOk="0">
                    <a:moveTo>
                      <a:pt x="1856" y="1"/>
                    </a:moveTo>
                    <a:lnTo>
                      <a:pt x="688" y="1116"/>
                    </a:lnTo>
                    <a:lnTo>
                      <a:pt x="170" y="714"/>
                    </a:lnTo>
                    <a:lnTo>
                      <a:pt x="1" y="929"/>
                    </a:lnTo>
                    <a:lnTo>
                      <a:pt x="714" y="1482"/>
                    </a:lnTo>
                    <a:lnTo>
                      <a:pt x="2044" y="197"/>
                    </a:lnTo>
                    <a:lnTo>
                      <a:pt x="1856" y="1"/>
                    </a:lnTo>
                    <a:close/>
                  </a:path>
                </a:pathLst>
              </a:custGeom>
              <a:solidFill>
                <a:srgbClr val="FF74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3" name="Google Shape;600;p34">
            <a:extLst>
              <a:ext uri="{FF2B5EF4-FFF2-40B4-BE49-F238E27FC236}">
                <a16:creationId xmlns:a16="http://schemas.microsoft.com/office/drawing/2014/main" id="{C398CC44-C151-D8DD-968B-923F3D461A83}"/>
              </a:ext>
            </a:extLst>
          </p:cNvPr>
          <p:cNvGrpSpPr/>
          <p:nvPr/>
        </p:nvGrpSpPr>
        <p:grpSpPr>
          <a:xfrm>
            <a:off x="8434142" y="4741981"/>
            <a:ext cx="1276645" cy="175448"/>
            <a:chOff x="5632344" y="1539932"/>
            <a:chExt cx="2397697" cy="685325"/>
          </a:xfrm>
        </p:grpSpPr>
        <p:sp>
          <p:nvSpPr>
            <p:cNvPr id="324" name="Google Shape;601;p34">
              <a:extLst>
                <a:ext uri="{FF2B5EF4-FFF2-40B4-BE49-F238E27FC236}">
                  <a16:creationId xmlns:a16="http://schemas.microsoft.com/office/drawing/2014/main" id="{7700343E-3DE0-D72F-AD0E-3E51C5C234E6}"/>
                </a:ext>
              </a:extLst>
            </p:cNvPr>
            <p:cNvSpPr/>
            <p:nvPr/>
          </p:nvSpPr>
          <p:spPr>
            <a:xfrm>
              <a:off x="5632344" y="2022957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602;p34">
              <a:extLst>
                <a:ext uri="{FF2B5EF4-FFF2-40B4-BE49-F238E27FC236}">
                  <a16:creationId xmlns:a16="http://schemas.microsoft.com/office/drawing/2014/main" id="{2C274BBA-D033-F138-EC0C-5E9D17A62A27}"/>
                </a:ext>
              </a:extLst>
            </p:cNvPr>
            <p:cNvSpPr/>
            <p:nvPr/>
          </p:nvSpPr>
          <p:spPr>
            <a:xfrm>
              <a:off x="7826344" y="15399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2838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D3DF6F60-AC5D-F868-E596-F2DC3BB2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63BE5552-C870-2C0B-095D-22B857876A56}"/>
              </a:ext>
            </a:extLst>
          </p:cNvPr>
          <p:cNvSpPr/>
          <p:nvPr/>
        </p:nvSpPr>
        <p:spPr>
          <a:xfrm rot="396665">
            <a:off x="1074029" y="498698"/>
            <a:ext cx="3242197" cy="424621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26;p31">
            <a:extLst>
              <a:ext uri="{FF2B5EF4-FFF2-40B4-BE49-F238E27FC236}">
                <a16:creationId xmlns:a16="http://schemas.microsoft.com/office/drawing/2014/main" id="{B0E47D4F-F43B-AA6B-9C10-ECD50F44C4FD}"/>
              </a:ext>
            </a:extLst>
          </p:cNvPr>
          <p:cNvSpPr txBox="1">
            <a:spLocks/>
          </p:cNvSpPr>
          <p:nvPr/>
        </p:nvSpPr>
        <p:spPr>
          <a:xfrm>
            <a:off x="784371" y="-3898226"/>
            <a:ext cx="7704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just"/>
            <a:r>
              <a:rPr lang="en-US" sz="2400" b="0" dirty="0"/>
              <a:t>The </a:t>
            </a:r>
            <a:r>
              <a:rPr lang="en-US" sz="2400" dirty="0"/>
              <a:t>IAS Client Satisfaction Evaluation and Management System (IAS-CSEMS) </a:t>
            </a:r>
            <a:r>
              <a:rPr lang="en-US" sz="2400" b="0" dirty="0"/>
              <a:t>is a web-based platform designed to modernize client feedback processes for the IAS office. It aims to streamline survey submissions, provide real-time access to analytics, and ensure secure data storage. By offering a user-friendly and efficient system, IAS-CSEMS will enhance decision-making and improve service quality, aligning with the IAS office's goal of delivering exceptional client experiences.</a:t>
            </a:r>
          </a:p>
        </p:txBody>
      </p:sp>
      <p:sp>
        <p:nvSpPr>
          <p:cNvPr id="5" name="Google Shape;535;p34">
            <a:extLst>
              <a:ext uri="{FF2B5EF4-FFF2-40B4-BE49-F238E27FC236}">
                <a16:creationId xmlns:a16="http://schemas.microsoft.com/office/drawing/2014/main" id="{D0217536-CFBA-90F5-1632-DEA8D5472DF5}"/>
              </a:ext>
            </a:extLst>
          </p:cNvPr>
          <p:cNvSpPr/>
          <p:nvPr/>
        </p:nvSpPr>
        <p:spPr>
          <a:xfrm>
            <a:off x="5788429" y="831383"/>
            <a:ext cx="2699942" cy="3602771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539;p34">
            <a:extLst>
              <a:ext uri="{FF2B5EF4-FFF2-40B4-BE49-F238E27FC236}">
                <a16:creationId xmlns:a16="http://schemas.microsoft.com/office/drawing/2014/main" id="{F3C34FA1-8CDB-CBA6-821C-683BF77D21F8}"/>
              </a:ext>
            </a:extLst>
          </p:cNvPr>
          <p:cNvGrpSpPr/>
          <p:nvPr/>
        </p:nvGrpSpPr>
        <p:grpSpPr>
          <a:xfrm>
            <a:off x="6214883" y="2544134"/>
            <a:ext cx="637782" cy="1723123"/>
            <a:chOff x="7363972" y="-223337"/>
            <a:chExt cx="473051" cy="1254388"/>
          </a:xfrm>
        </p:grpSpPr>
        <p:sp>
          <p:nvSpPr>
            <p:cNvPr id="7" name="Google Shape;540;p34">
              <a:extLst>
                <a:ext uri="{FF2B5EF4-FFF2-40B4-BE49-F238E27FC236}">
                  <a16:creationId xmlns:a16="http://schemas.microsoft.com/office/drawing/2014/main" id="{16C628A9-1FA1-DD91-D2AB-7A91CBD1EE5F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541;p34">
              <a:extLst>
                <a:ext uri="{FF2B5EF4-FFF2-40B4-BE49-F238E27FC236}">
                  <a16:creationId xmlns:a16="http://schemas.microsoft.com/office/drawing/2014/main" id="{29B76FDE-4E56-8ECF-499E-9BCA587B4D95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0" name="Google Shape;542;p34">
                <a:extLst>
                  <a:ext uri="{FF2B5EF4-FFF2-40B4-BE49-F238E27FC236}">
                    <a16:creationId xmlns:a16="http://schemas.microsoft.com/office/drawing/2014/main" id="{6D20A86A-117A-75EC-F02D-D56C38541983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43;p34">
                <a:extLst>
                  <a:ext uri="{FF2B5EF4-FFF2-40B4-BE49-F238E27FC236}">
                    <a16:creationId xmlns:a16="http://schemas.microsoft.com/office/drawing/2014/main" id="{2886FF84-B262-7D39-CEC9-7581BA26F7D7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44;p34">
                <a:extLst>
                  <a:ext uri="{FF2B5EF4-FFF2-40B4-BE49-F238E27FC236}">
                    <a16:creationId xmlns:a16="http://schemas.microsoft.com/office/drawing/2014/main" id="{BB0788DE-CB36-BF24-3E48-909ABF25DA38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45;p34">
                <a:extLst>
                  <a:ext uri="{FF2B5EF4-FFF2-40B4-BE49-F238E27FC236}">
                    <a16:creationId xmlns:a16="http://schemas.microsoft.com/office/drawing/2014/main" id="{F3A8ADB2-32DB-75B1-61BD-9C4F03900F9C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546;p34">
              <a:extLst>
                <a:ext uri="{FF2B5EF4-FFF2-40B4-BE49-F238E27FC236}">
                  <a16:creationId xmlns:a16="http://schemas.microsoft.com/office/drawing/2014/main" id="{3204A42C-B717-88E2-4557-6ACC20CFC954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547;p34">
            <a:extLst>
              <a:ext uri="{FF2B5EF4-FFF2-40B4-BE49-F238E27FC236}">
                <a16:creationId xmlns:a16="http://schemas.microsoft.com/office/drawing/2014/main" id="{01DC6EEF-0C5A-89A7-5CE0-293D8E94436D}"/>
              </a:ext>
            </a:extLst>
          </p:cNvPr>
          <p:cNvGrpSpPr/>
          <p:nvPr/>
        </p:nvGrpSpPr>
        <p:grpSpPr>
          <a:xfrm>
            <a:off x="7741758" y="2544134"/>
            <a:ext cx="637782" cy="1723123"/>
            <a:chOff x="7363972" y="-223337"/>
            <a:chExt cx="473051" cy="1254388"/>
          </a:xfrm>
        </p:grpSpPr>
        <p:sp>
          <p:nvSpPr>
            <p:cNvPr id="15" name="Google Shape;548;p34">
              <a:extLst>
                <a:ext uri="{FF2B5EF4-FFF2-40B4-BE49-F238E27FC236}">
                  <a16:creationId xmlns:a16="http://schemas.microsoft.com/office/drawing/2014/main" id="{D1FFD774-5D27-9BED-2875-D2FC8FCA1D14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549;p34">
              <a:extLst>
                <a:ext uri="{FF2B5EF4-FFF2-40B4-BE49-F238E27FC236}">
                  <a16:creationId xmlns:a16="http://schemas.microsoft.com/office/drawing/2014/main" id="{89DC748C-A222-D1F8-C6E6-13014DC0C3BC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8" name="Google Shape;550;p34">
                <a:extLst>
                  <a:ext uri="{FF2B5EF4-FFF2-40B4-BE49-F238E27FC236}">
                    <a16:creationId xmlns:a16="http://schemas.microsoft.com/office/drawing/2014/main" id="{8CAB10C3-5CEA-AC09-7288-5DF55E00BA35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51;p34">
                <a:extLst>
                  <a:ext uri="{FF2B5EF4-FFF2-40B4-BE49-F238E27FC236}">
                    <a16:creationId xmlns:a16="http://schemas.microsoft.com/office/drawing/2014/main" id="{C8EAB910-DB02-651E-D3DC-7A0560EEE676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52;p34">
                <a:extLst>
                  <a:ext uri="{FF2B5EF4-FFF2-40B4-BE49-F238E27FC236}">
                    <a16:creationId xmlns:a16="http://schemas.microsoft.com/office/drawing/2014/main" id="{BB3049F1-83C6-ECAC-B1F0-A60AA05B16AE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53;p34">
                <a:extLst>
                  <a:ext uri="{FF2B5EF4-FFF2-40B4-BE49-F238E27FC236}">
                    <a16:creationId xmlns:a16="http://schemas.microsoft.com/office/drawing/2014/main" id="{6CF8055C-EB86-D924-B4DE-E00DB015074F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554;p34">
              <a:extLst>
                <a:ext uri="{FF2B5EF4-FFF2-40B4-BE49-F238E27FC236}">
                  <a16:creationId xmlns:a16="http://schemas.microsoft.com/office/drawing/2014/main" id="{C5429F24-B2F7-A86B-9C3B-56035956999B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555;p34">
            <a:extLst>
              <a:ext uri="{FF2B5EF4-FFF2-40B4-BE49-F238E27FC236}">
                <a16:creationId xmlns:a16="http://schemas.microsoft.com/office/drawing/2014/main" id="{C0BEAB5E-F2BE-76BA-C855-BD1666D4C6B6}"/>
              </a:ext>
            </a:extLst>
          </p:cNvPr>
          <p:cNvGrpSpPr/>
          <p:nvPr/>
        </p:nvGrpSpPr>
        <p:grpSpPr>
          <a:xfrm>
            <a:off x="6115824" y="1127784"/>
            <a:ext cx="2133222" cy="3139401"/>
            <a:chOff x="7890333" y="3420911"/>
            <a:chExt cx="479382" cy="692423"/>
          </a:xfrm>
        </p:grpSpPr>
        <p:sp>
          <p:nvSpPr>
            <p:cNvPr id="23" name="Google Shape;556;p34">
              <a:extLst>
                <a:ext uri="{FF2B5EF4-FFF2-40B4-BE49-F238E27FC236}">
                  <a16:creationId xmlns:a16="http://schemas.microsoft.com/office/drawing/2014/main" id="{B1318425-0CBD-A0DB-87DF-3DDF312C6F5E}"/>
                </a:ext>
              </a:extLst>
            </p:cNvPr>
            <p:cNvSpPr/>
            <p:nvPr/>
          </p:nvSpPr>
          <p:spPr>
            <a:xfrm>
              <a:off x="7890333" y="3420911"/>
              <a:ext cx="479382" cy="692423"/>
            </a:xfrm>
            <a:custGeom>
              <a:avLst/>
              <a:gdLst/>
              <a:ahLst/>
              <a:cxnLst/>
              <a:rect l="l" t="t" r="r" b="b"/>
              <a:pathLst>
                <a:path w="12205" h="17629" extrusionOk="0">
                  <a:moveTo>
                    <a:pt x="6637" y="1"/>
                  </a:moveTo>
                  <a:cubicBezTo>
                    <a:pt x="6557" y="1"/>
                    <a:pt x="6307" y="54"/>
                    <a:pt x="6138" y="152"/>
                  </a:cubicBezTo>
                  <a:cubicBezTo>
                    <a:pt x="6102" y="126"/>
                    <a:pt x="6057" y="108"/>
                    <a:pt x="6031" y="90"/>
                  </a:cubicBezTo>
                  <a:cubicBezTo>
                    <a:pt x="5918" y="37"/>
                    <a:pt x="5795" y="8"/>
                    <a:pt x="5670" y="8"/>
                  </a:cubicBezTo>
                  <a:cubicBezTo>
                    <a:pt x="5627" y="8"/>
                    <a:pt x="5583" y="12"/>
                    <a:pt x="5540" y="19"/>
                  </a:cubicBezTo>
                  <a:cubicBezTo>
                    <a:pt x="5379" y="45"/>
                    <a:pt x="5219" y="135"/>
                    <a:pt x="5139" y="277"/>
                  </a:cubicBezTo>
                  <a:cubicBezTo>
                    <a:pt x="5067" y="420"/>
                    <a:pt x="5094" y="625"/>
                    <a:pt x="5237" y="715"/>
                  </a:cubicBezTo>
                  <a:cubicBezTo>
                    <a:pt x="5290" y="741"/>
                    <a:pt x="5353" y="759"/>
                    <a:pt x="5415" y="768"/>
                  </a:cubicBezTo>
                  <a:cubicBezTo>
                    <a:pt x="5469" y="777"/>
                    <a:pt x="5522" y="777"/>
                    <a:pt x="5585" y="777"/>
                  </a:cubicBezTo>
                  <a:lnTo>
                    <a:pt x="5558" y="1071"/>
                  </a:lnTo>
                  <a:cubicBezTo>
                    <a:pt x="5558" y="1071"/>
                    <a:pt x="5549" y="1071"/>
                    <a:pt x="5549" y="1080"/>
                  </a:cubicBezTo>
                  <a:cubicBezTo>
                    <a:pt x="5540" y="1089"/>
                    <a:pt x="5540" y="1107"/>
                    <a:pt x="5549" y="1116"/>
                  </a:cubicBezTo>
                  <a:cubicBezTo>
                    <a:pt x="5549" y="1116"/>
                    <a:pt x="5549" y="1116"/>
                    <a:pt x="5558" y="1125"/>
                  </a:cubicBezTo>
                  <a:lnTo>
                    <a:pt x="5504" y="1821"/>
                  </a:lnTo>
                  <a:cubicBezTo>
                    <a:pt x="5478" y="2124"/>
                    <a:pt x="5710" y="2392"/>
                    <a:pt x="6013" y="2418"/>
                  </a:cubicBezTo>
                  <a:lnTo>
                    <a:pt x="6022" y="2418"/>
                  </a:lnTo>
                  <a:lnTo>
                    <a:pt x="6013" y="2561"/>
                  </a:lnTo>
                  <a:lnTo>
                    <a:pt x="5986" y="2936"/>
                  </a:lnTo>
                  <a:lnTo>
                    <a:pt x="5959" y="2936"/>
                  </a:lnTo>
                  <a:cubicBezTo>
                    <a:pt x="5959" y="2936"/>
                    <a:pt x="5925" y="2934"/>
                    <a:pt x="5867" y="2934"/>
                  </a:cubicBezTo>
                  <a:cubicBezTo>
                    <a:pt x="5779" y="2934"/>
                    <a:pt x="5638" y="2938"/>
                    <a:pt x="5478" y="2954"/>
                  </a:cubicBezTo>
                  <a:cubicBezTo>
                    <a:pt x="5299" y="2972"/>
                    <a:pt x="5103" y="3007"/>
                    <a:pt x="4933" y="3088"/>
                  </a:cubicBezTo>
                  <a:cubicBezTo>
                    <a:pt x="4755" y="3132"/>
                    <a:pt x="4496" y="3275"/>
                    <a:pt x="4345" y="3667"/>
                  </a:cubicBezTo>
                  <a:cubicBezTo>
                    <a:pt x="4139" y="4220"/>
                    <a:pt x="3435" y="5487"/>
                    <a:pt x="3194" y="5907"/>
                  </a:cubicBezTo>
                  <a:cubicBezTo>
                    <a:pt x="3042" y="5755"/>
                    <a:pt x="2890" y="5657"/>
                    <a:pt x="2890" y="5657"/>
                  </a:cubicBezTo>
                  <a:lnTo>
                    <a:pt x="1222" y="4220"/>
                  </a:lnTo>
                  <a:lnTo>
                    <a:pt x="1187" y="4256"/>
                  </a:lnTo>
                  <a:cubicBezTo>
                    <a:pt x="1124" y="4185"/>
                    <a:pt x="1080" y="4096"/>
                    <a:pt x="1071" y="4006"/>
                  </a:cubicBezTo>
                  <a:cubicBezTo>
                    <a:pt x="1053" y="3926"/>
                    <a:pt x="1062" y="3837"/>
                    <a:pt x="1026" y="3765"/>
                  </a:cubicBezTo>
                  <a:cubicBezTo>
                    <a:pt x="999" y="3721"/>
                    <a:pt x="964" y="3685"/>
                    <a:pt x="928" y="3650"/>
                  </a:cubicBezTo>
                  <a:cubicBezTo>
                    <a:pt x="794" y="3525"/>
                    <a:pt x="660" y="3418"/>
                    <a:pt x="509" y="3319"/>
                  </a:cubicBezTo>
                  <a:cubicBezTo>
                    <a:pt x="490" y="3307"/>
                    <a:pt x="466" y="3294"/>
                    <a:pt x="445" y="3294"/>
                  </a:cubicBezTo>
                  <a:cubicBezTo>
                    <a:pt x="436" y="3294"/>
                    <a:pt x="427" y="3296"/>
                    <a:pt x="419" y="3302"/>
                  </a:cubicBezTo>
                  <a:cubicBezTo>
                    <a:pt x="393" y="3319"/>
                    <a:pt x="384" y="3346"/>
                    <a:pt x="393" y="3373"/>
                  </a:cubicBezTo>
                  <a:cubicBezTo>
                    <a:pt x="410" y="3400"/>
                    <a:pt x="428" y="3426"/>
                    <a:pt x="446" y="3444"/>
                  </a:cubicBezTo>
                  <a:cubicBezTo>
                    <a:pt x="482" y="3471"/>
                    <a:pt x="509" y="3498"/>
                    <a:pt x="544" y="3534"/>
                  </a:cubicBezTo>
                  <a:cubicBezTo>
                    <a:pt x="571" y="3551"/>
                    <a:pt x="598" y="3587"/>
                    <a:pt x="589" y="3623"/>
                  </a:cubicBezTo>
                  <a:cubicBezTo>
                    <a:pt x="580" y="3650"/>
                    <a:pt x="553" y="3658"/>
                    <a:pt x="535" y="3667"/>
                  </a:cubicBezTo>
                  <a:cubicBezTo>
                    <a:pt x="473" y="3703"/>
                    <a:pt x="419" y="3757"/>
                    <a:pt x="366" y="3810"/>
                  </a:cubicBezTo>
                  <a:cubicBezTo>
                    <a:pt x="348" y="3837"/>
                    <a:pt x="321" y="3864"/>
                    <a:pt x="321" y="3899"/>
                  </a:cubicBezTo>
                  <a:cubicBezTo>
                    <a:pt x="321" y="3917"/>
                    <a:pt x="330" y="3944"/>
                    <a:pt x="339" y="3962"/>
                  </a:cubicBezTo>
                  <a:cubicBezTo>
                    <a:pt x="375" y="4033"/>
                    <a:pt x="428" y="4087"/>
                    <a:pt x="491" y="4140"/>
                  </a:cubicBezTo>
                  <a:cubicBezTo>
                    <a:pt x="633" y="4256"/>
                    <a:pt x="848" y="4292"/>
                    <a:pt x="955" y="4452"/>
                  </a:cubicBezTo>
                  <a:cubicBezTo>
                    <a:pt x="964" y="4461"/>
                    <a:pt x="972" y="4470"/>
                    <a:pt x="981" y="4479"/>
                  </a:cubicBezTo>
                  <a:lnTo>
                    <a:pt x="964" y="4488"/>
                  </a:lnTo>
                  <a:lnTo>
                    <a:pt x="2659" y="6397"/>
                  </a:lnTo>
                  <a:cubicBezTo>
                    <a:pt x="2659" y="6397"/>
                    <a:pt x="2881" y="6721"/>
                    <a:pt x="3140" y="6721"/>
                  </a:cubicBezTo>
                  <a:cubicBezTo>
                    <a:pt x="3224" y="6721"/>
                    <a:pt x="3313" y="6686"/>
                    <a:pt x="3399" y="6593"/>
                  </a:cubicBezTo>
                  <a:cubicBezTo>
                    <a:pt x="3417" y="6585"/>
                    <a:pt x="3426" y="6567"/>
                    <a:pt x="3435" y="6549"/>
                  </a:cubicBezTo>
                  <a:cubicBezTo>
                    <a:pt x="3533" y="6442"/>
                    <a:pt x="3649" y="6263"/>
                    <a:pt x="3836" y="6040"/>
                  </a:cubicBezTo>
                  <a:cubicBezTo>
                    <a:pt x="3970" y="5862"/>
                    <a:pt x="4220" y="5532"/>
                    <a:pt x="4470" y="5148"/>
                  </a:cubicBezTo>
                  <a:lnTo>
                    <a:pt x="4470" y="5148"/>
                  </a:lnTo>
                  <a:cubicBezTo>
                    <a:pt x="4425" y="6094"/>
                    <a:pt x="4389" y="7209"/>
                    <a:pt x="4362" y="7967"/>
                  </a:cubicBezTo>
                  <a:lnTo>
                    <a:pt x="1356" y="6799"/>
                  </a:lnTo>
                  <a:lnTo>
                    <a:pt x="1338" y="6799"/>
                  </a:lnTo>
                  <a:lnTo>
                    <a:pt x="607" y="6763"/>
                  </a:lnTo>
                  <a:lnTo>
                    <a:pt x="0" y="6736"/>
                  </a:lnTo>
                  <a:lnTo>
                    <a:pt x="464" y="7129"/>
                  </a:lnTo>
                  <a:lnTo>
                    <a:pt x="1026" y="7593"/>
                  </a:lnTo>
                  <a:lnTo>
                    <a:pt x="1044" y="7610"/>
                  </a:lnTo>
                  <a:lnTo>
                    <a:pt x="4550" y="8984"/>
                  </a:lnTo>
                  <a:lnTo>
                    <a:pt x="4354" y="16540"/>
                  </a:lnTo>
                  <a:lnTo>
                    <a:pt x="4452" y="16540"/>
                  </a:lnTo>
                  <a:lnTo>
                    <a:pt x="4452" y="16692"/>
                  </a:lnTo>
                  <a:lnTo>
                    <a:pt x="4416" y="16692"/>
                  </a:lnTo>
                  <a:cubicBezTo>
                    <a:pt x="4416" y="16692"/>
                    <a:pt x="3792" y="17183"/>
                    <a:pt x="3542" y="17218"/>
                  </a:cubicBezTo>
                  <a:cubicBezTo>
                    <a:pt x="3310" y="17245"/>
                    <a:pt x="2971" y="17388"/>
                    <a:pt x="2882" y="17557"/>
                  </a:cubicBezTo>
                  <a:cubicBezTo>
                    <a:pt x="2873" y="17584"/>
                    <a:pt x="2864" y="17602"/>
                    <a:pt x="2864" y="17629"/>
                  </a:cubicBezTo>
                  <a:lnTo>
                    <a:pt x="4380" y="17629"/>
                  </a:lnTo>
                  <a:lnTo>
                    <a:pt x="4425" y="17557"/>
                  </a:lnTo>
                  <a:lnTo>
                    <a:pt x="4505" y="17450"/>
                  </a:lnTo>
                  <a:lnTo>
                    <a:pt x="4585" y="17450"/>
                  </a:lnTo>
                  <a:lnTo>
                    <a:pt x="4585" y="17557"/>
                  </a:lnTo>
                  <a:lnTo>
                    <a:pt x="4585" y="17629"/>
                  </a:lnTo>
                  <a:lnTo>
                    <a:pt x="4951" y="17629"/>
                  </a:lnTo>
                  <a:lnTo>
                    <a:pt x="4951" y="17557"/>
                  </a:lnTo>
                  <a:lnTo>
                    <a:pt x="4951" y="16692"/>
                  </a:lnTo>
                  <a:lnTo>
                    <a:pt x="4916" y="16692"/>
                  </a:lnTo>
                  <a:lnTo>
                    <a:pt x="4916" y="16540"/>
                  </a:lnTo>
                  <a:lnTo>
                    <a:pt x="5040" y="16540"/>
                  </a:lnTo>
                  <a:lnTo>
                    <a:pt x="5924" y="9894"/>
                  </a:lnTo>
                  <a:lnTo>
                    <a:pt x="7244" y="16540"/>
                  </a:lnTo>
                  <a:lnTo>
                    <a:pt x="7315" y="16540"/>
                  </a:lnTo>
                  <a:lnTo>
                    <a:pt x="7315" y="16692"/>
                  </a:lnTo>
                  <a:lnTo>
                    <a:pt x="7280" y="16692"/>
                  </a:lnTo>
                  <a:lnTo>
                    <a:pt x="7280" y="17557"/>
                  </a:lnTo>
                  <a:lnTo>
                    <a:pt x="7280" y="17629"/>
                  </a:lnTo>
                  <a:lnTo>
                    <a:pt x="7645" y="17629"/>
                  </a:lnTo>
                  <a:lnTo>
                    <a:pt x="7645" y="17557"/>
                  </a:lnTo>
                  <a:lnTo>
                    <a:pt x="7645" y="17450"/>
                  </a:lnTo>
                  <a:lnTo>
                    <a:pt x="7726" y="17450"/>
                  </a:lnTo>
                  <a:lnTo>
                    <a:pt x="7806" y="17557"/>
                  </a:lnTo>
                  <a:lnTo>
                    <a:pt x="7851" y="17629"/>
                  </a:lnTo>
                  <a:lnTo>
                    <a:pt x="9367" y="17629"/>
                  </a:lnTo>
                  <a:cubicBezTo>
                    <a:pt x="9367" y="17602"/>
                    <a:pt x="9358" y="17584"/>
                    <a:pt x="9349" y="17557"/>
                  </a:cubicBezTo>
                  <a:cubicBezTo>
                    <a:pt x="9260" y="17388"/>
                    <a:pt x="8921" y="17245"/>
                    <a:pt x="8698" y="17218"/>
                  </a:cubicBezTo>
                  <a:cubicBezTo>
                    <a:pt x="8439" y="17183"/>
                    <a:pt x="7815" y="16692"/>
                    <a:pt x="7815" y="16692"/>
                  </a:cubicBezTo>
                  <a:lnTo>
                    <a:pt x="7788" y="16692"/>
                  </a:lnTo>
                  <a:lnTo>
                    <a:pt x="7788" y="16540"/>
                  </a:lnTo>
                  <a:lnTo>
                    <a:pt x="7851" y="16540"/>
                  </a:lnTo>
                  <a:lnTo>
                    <a:pt x="7378" y="10082"/>
                  </a:lnTo>
                  <a:lnTo>
                    <a:pt x="11490" y="11687"/>
                  </a:lnTo>
                  <a:lnTo>
                    <a:pt x="11883" y="11839"/>
                  </a:lnTo>
                  <a:lnTo>
                    <a:pt x="12043" y="11429"/>
                  </a:lnTo>
                  <a:lnTo>
                    <a:pt x="12204" y="11027"/>
                  </a:lnTo>
                  <a:lnTo>
                    <a:pt x="11812" y="10876"/>
                  </a:lnTo>
                  <a:lnTo>
                    <a:pt x="11249" y="10653"/>
                  </a:lnTo>
                  <a:lnTo>
                    <a:pt x="8761" y="9680"/>
                  </a:lnTo>
                  <a:cubicBezTo>
                    <a:pt x="8734" y="9600"/>
                    <a:pt x="8689" y="9520"/>
                    <a:pt x="8618" y="9457"/>
                  </a:cubicBezTo>
                  <a:cubicBezTo>
                    <a:pt x="8582" y="9412"/>
                    <a:pt x="8555" y="9350"/>
                    <a:pt x="8555" y="9279"/>
                  </a:cubicBezTo>
                  <a:lnTo>
                    <a:pt x="8555" y="9279"/>
                  </a:lnTo>
                  <a:lnTo>
                    <a:pt x="8627" y="9288"/>
                  </a:lnTo>
                  <a:lnTo>
                    <a:pt x="8645" y="9216"/>
                  </a:lnTo>
                  <a:lnTo>
                    <a:pt x="9171" y="6932"/>
                  </a:lnTo>
                  <a:cubicBezTo>
                    <a:pt x="9171" y="6932"/>
                    <a:pt x="9233" y="6781"/>
                    <a:pt x="9224" y="6611"/>
                  </a:cubicBezTo>
                  <a:cubicBezTo>
                    <a:pt x="9233" y="6469"/>
                    <a:pt x="9126" y="6237"/>
                    <a:pt x="9028" y="5853"/>
                  </a:cubicBezTo>
                  <a:cubicBezTo>
                    <a:pt x="8894" y="5353"/>
                    <a:pt x="8386" y="3846"/>
                    <a:pt x="7824" y="3275"/>
                  </a:cubicBezTo>
                  <a:cubicBezTo>
                    <a:pt x="7761" y="3159"/>
                    <a:pt x="7628" y="3034"/>
                    <a:pt x="7333" y="3025"/>
                  </a:cubicBezTo>
                  <a:cubicBezTo>
                    <a:pt x="7297" y="3025"/>
                    <a:pt x="7262" y="3016"/>
                    <a:pt x="7235" y="3016"/>
                  </a:cubicBezTo>
                  <a:cubicBezTo>
                    <a:pt x="7128" y="3016"/>
                    <a:pt x="7021" y="3007"/>
                    <a:pt x="6914" y="2998"/>
                  </a:cubicBezTo>
                  <a:lnTo>
                    <a:pt x="6816" y="2998"/>
                  </a:lnTo>
                  <a:lnTo>
                    <a:pt x="6869" y="2374"/>
                  </a:lnTo>
                  <a:cubicBezTo>
                    <a:pt x="6950" y="2311"/>
                    <a:pt x="7021" y="2240"/>
                    <a:pt x="7066" y="2151"/>
                  </a:cubicBezTo>
                  <a:lnTo>
                    <a:pt x="7173" y="2151"/>
                  </a:lnTo>
                  <a:cubicBezTo>
                    <a:pt x="7178" y="2151"/>
                    <a:pt x="7184" y="2151"/>
                    <a:pt x="7189" y="2151"/>
                  </a:cubicBezTo>
                  <a:cubicBezTo>
                    <a:pt x="7315" y="2151"/>
                    <a:pt x="7414" y="2056"/>
                    <a:pt x="7422" y="1928"/>
                  </a:cubicBezTo>
                  <a:lnTo>
                    <a:pt x="7485" y="777"/>
                  </a:lnTo>
                  <a:cubicBezTo>
                    <a:pt x="7485" y="732"/>
                    <a:pt x="7476" y="697"/>
                    <a:pt x="7458" y="661"/>
                  </a:cubicBezTo>
                  <a:cubicBezTo>
                    <a:pt x="7431" y="491"/>
                    <a:pt x="7387" y="331"/>
                    <a:pt x="7271" y="215"/>
                  </a:cubicBezTo>
                  <a:cubicBezTo>
                    <a:pt x="7110" y="37"/>
                    <a:pt x="6869" y="10"/>
                    <a:pt x="6637" y="1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557;p34">
              <a:extLst>
                <a:ext uri="{FF2B5EF4-FFF2-40B4-BE49-F238E27FC236}">
                  <a16:creationId xmlns:a16="http://schemas.microsoft.com/office/drawing/2014/main" id="{F1117F06-DCF3-612C-25A2-F90BE2D5B445}"/>
                </a:ext>
              </a:extLst>
            </p:cNvPr>
            <p:cNvGrpSpPr/>
            <p:nvPr/>
          </p:nvGrpSpPr>
          <p:grpSpPr>
            <a:xfrm>
              <a:off x="7890341" y="3420911"/>
              <a:ext cx="479370" cy="692405"/>
              <a:chOff x="8409253" y="3420911"/>
              <a:chExt cx="479370" cy="692405"/>
            </a:xfrm>
          </p:grpSpPr>
          <p:sp>
            <p:nvSpPr>
              <p:cNvPr id="25" name="Google Shape;558;p34">
                <a:extLst>
                  <a:ext uri="{FF2B5EF4-FFF2-40B4-BE49-F238E27FC236}">
                    <a16:creationId xmlns:a16="http://schemas.microsoft.com/office/drawing/2014/main" id="{03110156-CD70-C69E-BD48-551E12A739E8}"/>
                  </a:ext>
                </a:extLst>
              </p:cNvPr>
              <p:cNvSpPr/>
              <p:nvPr/>
            </p:nvSpPr>
            <p:spPr>
              <a:xfrm>
                <a:off x="8643655" y="3476290"/>
                <a:ext cx="37864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839" extrusionOk="0">
                    <a:moveTo>
                      <a:pt x="134" y="0"/>
                    </a:moveTo>
                    <a:lnTo>
                      <a:pt x="0" y="1767"/>
                    </a:lnTo>
                    <a:lnTo>
                      <a:pt x="830" y="1838"/>
                    </a:lnTo>
                    <a:lnTo>
                      <a:pt x="964" y="72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59;p34">
                <a:extLst>
                  <a:ext uri="{FF2B5EF4-FFF2-40B4-BE49-F238E27FC236}">
                    <a16:creationId xmlns:a16="http://schemas.microsoft.com/office/drawing/2014/main" id="{86FD6267-4C79-F429-24BE-E30B0EAE0257}"/>
                  </a:ext>
                </a:extLst>
              </p:cNvPr>
              <p:cNvSpPr/>
              <p:nvPr/>
            </p:nvSpPr>
            <p:spPr>
              <a:xfrm>
                <a:off x="8645737" y="3440824"/>
                <a:ext cx="57149" cy="63590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619" extrusionOk="0">
                    <a:moveTo>
                      <a:pt x="730" y="1"/>
                    </a:moveTo>
                    <a:cubicBezTo>
                      <a:pt x="367" y="1"/>
                      <a:pt x="62" y="295"/>
                      <a:pt x="37" y="662"/>
                    </a:cubicBezTo>
                    <a:lnTo>
                      <a:pt x="28" y="886"/>
                    </a:lnTo>
                    <a:cubicBezTo>
                      <a:pt x="1" y="1269"/>
                      <a:pt x="304" y="1599"/>
                      <a:pt x="688" y="1617"/>
                    </a:cubicBezTo>
                    <a:cubicBezTo>
                      <a:pt x="704" y="1618"/>
                      <a:pt x="719" y="1619"/>
                      <a:pt x="735" y="1619"/>
                    </a:cubicBezTo>
                    <a:cubicBezTo>
                      <a:pt x="1098" y="1619"/>
                      <a:pt x="1403" y="1325"/>
                      <a:pt x="1428" y="957"/>
                    </a:cubicBezTo>
                    <a:lnTo>
                      <a:pt x="1437" y="734"/>
                    </a:lnTo>
                    <a:cubicBezTo>
                      <a:pt x="1455" y="350"/>
                      <a:pt x="1161" y="20"/>
                      <a:pt x="777" y="2"/>
                    </a:cubicBezTo>
                    <a:cubicBezTo>
                      <a:pt x="761" y="1"/>
                      <a:pt x="745" y="1"/>
                      <a:pt x="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60;p34">
                <a:extLst>
                  <a:ext uri="{FF2B5EF4-FFF2-40B4-BE49-F238E27FC236}">
                    <a16:creationId xmlns:a16="http://schemas.microsoft.com/office/drawing/2014/main" id="{21160D32-950E-3245-F44B-C28FF7C8843E}"/>
                  </a:ext>
                </a:extLst>
              </p:cNvPr>
              <p:cNvSpPr/>
              <p:nvPr/>
            </p:nvSpPr>
            <p:spPr>
              <a:xfrm>
                <a:off x="8624371" y="3431005"/>
                <a:ext cx="68736" cy="86411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200" extrusionOk="0">
                    <a:moveTo>
                      <a:pt x="656" y="0"/>
                    </a:moveTo>
                    <a:cubicBezTo>
                      <a:pt x="366" y="0"/>
                      <a:pt x="124" y="224"/>
                      <a:pt x="99" y="520"/>
                    </a:cubicBezTo>
                    <a:lnTo>
                      <a:pt x="18" y="1564"/>
                    </a:lnTo>
                    <a:cubicBezTo>
                      <a:pt x="1" y="1867"/>
                      <a:pt x="233" y="2135"/>
                      <a:pt x="536" y="2161"/>
                    </a:cubicBezTo>
                    <a:lnTo>
                      <a:pt x="1044" y="2197"/>
                    </a:lnTo>
                    <a:cubicBezTo>
                      <a:pt x="1061" y="2199"/>
                      <a:pt x="1077" y="2199"/>
                      <a:pt x="1093" y="2199"/>
                    </a:cubicBezTo>
                    <a:cubicBezTo>
                      <a:pt x="1384" y="2199"/>
                      <a:pt x="1626" y="1976"/>
                      <a:pt x="1651" y="1689"/>
                    </a:cubicBezTo>
                    <a:lnTo>
                      <a:pt x="1678" y="1314"/>
                    </a:lnTo>
                    <a:lnTo>
                      <a:pt x="1731" y="645"/>
                    </a:lnTo>
                    <a:cubicBezTo>
                      <a:pt x="1749" y="333"/>
                      <a:pt x="1517" y="65"/>
                      <a:pt x="1214" y="38"/>
                    </a:cubicBezTo>
                    <a:lnTo>
                      <a:pt x="705" y="3"/>
                    </a:lnTo>
                    <a:cubicBezTo>
                      <a:pt x="689" y="1"/>
                      <a:pt x="673" y="0"/>
                      <a:pt x="656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61;p34">
                <a:extLst>
                  <a:ext uri="{FF2B5EF4-FFF2-40B4-BE49-F238E27FC236}">
                    <a16:creationId xmlns:a16="http://schemas.microsoft.com/office/drawing/2014/main" id="{961360E7-F7BC-8A06-6E38-8E6BF1D06FA8}"/>
                  </a:ext>
                </a:extLst>
              </p:cNvPr>
              <p:cNvSpPr/>
              <p:nvPr/>
            </p:nvSpPr>
            <p:spPr>
              <a:xfrm>
                <a:off x="8729160" y="3773888"/>
                <a:ext cx="23841" cy="45208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51" extrusionOk="0">
                    <a:moveTo>
                      <a:pt x="362" y="1"/>
                    </a:moveTo>
                    <a:cubicBezTo>
                      <a:pt x="223" y="1"/>
                      <a:pt x="61" y="600"/>
                      <a:pt x="36" y="693"/>
                    </a:cubicBezTo>
                    <a:cubicBezTo>
                      <a:pt x="18" y="756"/>
                      <a:pt x="0" y="827"/>
                      <a:pt x="45" y="872"/>
                    </a:cubicBezTo>
                    <a:cubicBezTo>
                      <a:pt x="57" y="878"/>
                      <a:pt x="70" y="884"/>
                      <a:pt x="82" y="884"/>
                    </a:cubicBezTo>
                    <a:cubicBezTo>
                      <a:pt x="88" y="884"/>
                      <a:pt x="93" y="883"/>
                      <a:pt x="98" y="880"/>
                    </a:cubicBezTo>
                    <a:cubicBezTo>
                      <a:pt x="107" y="872"/>
                      <a:pt x="116" y="863"/>
                      <a:pt x="125" y="845"/>
                    </a:cubicBezTo>
                    <a:cubicBezTo>
                      <a:pt x="134" y="809"/>
                      <a:pt x="134" y="764"/>
                      <a:pt x="143" y="720"/>
                    </a:cubicBezTo>
                    <a:cubicBezTo>
                      <a:pt x="152" y="684"/>
                      <a:pt x="178" y="640"/>
                      <a:pt x="214" y="631"/>
                    </a:cubicBezTo>
                    <a:cubicBezTo>
                      <a:pt x="259" y="702"/>
                      <a:pt x="277" y="782"/>
                      <a:pt x="277" y="863"/>
                    </a:cubicBezTo>
                    <a:cubicBezTo>
                      <a:pt x="277" y="916"/>
                      <a:pt x="259" y="970"/>
                      <a:pt x="268" y="1023"/>
                    </a:cubicBezTo>
                    <a:cubicBezTo>
                      <a:pt x="277" y="1086"/>
                      <a:pt x="303" y="1139"/>
                      <a:pt x="357" y="1148"/>
                    </a:cubicBezTo>
                    <a:cubicBezTo>
                      <a:pt x="365" y="1150"/>
                      <a:pt x="372" y="1150"/>
                      <a:pt x="380" y="1150"/>
                    </a:cubicBezTo>
                    <a:cubicBezTo>
                      <a:pt x="417" y="1150"/>
                      <a:pt x="452" y="1133"/>
                      <a:pt x="482" y="1103"/>
                    </a:cubicBezTo>
                    <a:cubicBezTo>
                      <a:pt x="509" y="1068"/>
                      <a:pt x="526" y="1014"/>
                      <a:pt x="535" y="979"/>
                    </a:cubicBezTo>
                    <a:cubicBezTo>
                      <a:pt x="571" y="863"/>
                      <a:pt x="607" y="738"/>
                      <a:pt x="562" y="631"/>
                    </a:cubicBezTo>
                    <a:cubicBezTo>
                      <a:pt x="509" y="497"/>
                      <a:pt x="410" y="434"/>
                      <a:pt x="410" y="274"/>
                    </a:cubicBezTo>
                    <a:cubicBezTo>
                      <a:pt x="410" y="211"/>
                      <a:pt x="464" y="51"/>
                      <a:pt x="384" y="6"/>
                    </a:cubicBezTo>
                    <a:cubicBezTo>
                      <a:pt x="376" y="3"/>
                      <a:pt x="369" y="1"/>
                      <a:pt x="362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62;p34">
                <a:extLst>
                  <a:ext uri="{FF2B5EF4-FFF2-40B4-BE49-F238E27FC236}">
                    <a16:creationId xmlns:a16="http://schemas.microsoft.com/office/drawing/2014/main" id="{56017403-AE53-0273-8070-A3937CDE1BD6}"/>
                  </a:ext>
                </a:extLst>
              </p:cNvPr>
              <p:cNvSpPr/>
              <p:nvPr/>
            </p:nvSpPr>
            <p:spPr>
              <a:xfrm>
                <a:off x="8421861" y="3550287"/>
                <a:ext cx="42066" cy="5129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306" extrusionOk="0">
                    <a:moveTo>
                      <a:pt x="124" y="0"/>
                    </a:moveTo>
                    <a:cubicBezTo>
                      <a:pt x="115" y="0"/>
                      <a:pt x="106" y="2"/>
                      <a:pt x="98" y="8"/>
                    </a:cubicBezTo>
                    <a:cubicBezTo>
                      <a:pt x="72" y="17"/>
                      <a:pt x="63" y="52"/>
                      <a:pt x="72" y="79"/>
                    </a:cubicBezTo>
                    <a:cubicBezTo>
                      <a:pt x="81" y="106"/>
                      <a:pt x="107" y="132"/>
                      <a:pt x="125" y="150"/>
                    </a:cubicBezTo>
                    <a:cubicBezTo>
                      <a:pt x="161" y="177"/>
                      <a:pt x="188" y="204"/>
                      <a:pt x="214" y="240"/>
                    </a:cubicBezTo>
                    <a:cubicBezTo>
                      <a:pt x="241" y="257"/>
                      <a:pt x="277" y="293"/>
                      <a:pt x="259" y="329"/>
                    </a:cubicBezTo>
                    <a:cubicBezTo>
                      <a:pt x="250" y="356"/>
                      <a:pt x="232" y="364"/>
                      <a:pt x="214" y="373"/>
                    </a:cubicBezTo>
                    <a:cubicBezTo>
                      <a:pt x="152" y="409"/>
                      <a:pt x="89" y="463"/>
                      <a:pt x="45" y="516"/>
                    </a:cubicBezTo>
                    <a:cubicBezTo>
                      <a:pt x="18" y="534"/>
                      <a:pt x="0" y="570"/>
                      <a:pt x="0" y="605"/>
                    </a:cubicBezTo>
                    <a:cubicBezTo>
                      <a:pt x="0" y="623"/>
                      <a:pt x="9" y="650"/>
                      <a:pt x="18" y="668"/>
                    </a:cubicBezTo>
                    <a:cubicBezTo>
                      <a:pt x="54" y="739"/>
                      <a:pt x="107" y="793"/>
                      <a:pt x="161" y="846"/>
                    </a:cubicBezTo>
                    <a:cubicBezTo>
                      <a:pt x="313" y="962"/>
                      <a:pt x="518" y="998"/>
                      <a:pt x="634" y="1158"/>
                    </a:cubicBezTo>
                    <a:cubicBezTo>
                      <a:pt x="669" y="1212"/>
                      <a:pt x="723" y="1265"/>
                      <a:pt x="759" y="1301"/>
                    </a:cubicBezTo>
                    <a:cubicBezTo>
                      <a:pt x="761" y="1304"/>
                      <a:pt x="765" y="1305"/>
                      <a:pt x="769" y="1305"/>
                    </a:cubicBezTo>
                    <a:cubicBezTo>
                      <a:pt x="790" y="1305"/>
                      <a:pt x="824" y="1272"/>
                      <a:pt x="839" y="1257"/>
                    </a:cubicBezTo>
                    <a:cubicBezTo>
                      <a:pt x="883" y="1239"/>
                      <a:pt x="1071" y="1167"/>
                      <a:pt x="1026" y="1132"/>
                    </a:cubicBezTo>
                    <a:cubicBezTo>
                      <a:pt x="937" y="1034"/>
                      <a:pt x="928" y="1025"/>
                      <a:pt x="875" y="971"/>
                    </a:cubicBezTo>
                    <a:cubicBezTo>
                      <a:pt x="812" y="900"/>
                      <a:pt x="759" y="810"/>
                      <a:pt x="741" y="712"/>
                    </a:cubicBezTo>
                    <a:cubicBezTo>
                      <a:pt x="732" y="632"/>
                      <a:pt x="741" y="543"/>
                      <a:pt x="696" y="471"/>
                    </a:cubicBezTo>
                    <a:cubicBezTo>
                      <a:pt x="678" y="427"/>
                      <a:pt x="643" y="391"/>
                      <a:pt x="607" y="356"/>
                    </a:cubicBezTo>
                    <a:cubicBezTo>
                      <a:pt x="473" y="231"/>
                      <a:pt x="339" y="124"/>
                      <a:pt x="188" y="25"/>
                    </a:cubicBezTo>
                    <a:cubicBezTo>
                      <a:pt x="169" y="13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63;p34">
                <a:extLst>
                  <a:ext uri="{FF2B5EF4-FFF2-40B4-BE49-F238E27FC236}">
                    <a16:creationId xmlns:a16="http://schemas.microsoft.com/office/drawing/2014/main" id="{5EF8EDB1-0978-9B85-F5EE-8C86742A8217}"/>
                  </a:ext>
                </a:extLst>
              </p:cNvPr>
              <p:cNvSpPr/>
              <p:nvPr/>
            </p:nvSpPr>
            <p:spPr>
              <a:xfrm>
                <a:off x="8696561" y="4056875"/>
                <a:ext cx="18264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65" h="732" extrusionOk="0">
                    <a:moveTo>
                      <a:pt x="0" y="0"/>
                    </a:moveTo>
                    <a:lnTo>
                      <a:pt x="0" y="732"/>
                    </a:lnTo>
                    <a:lnTo>
                      <a:pt x="464" y="732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64;p34">
                <a:extLst>
                  <a:ext uri="{FF2B5EF4-FFF2-40B4-BE49-F238E27FC236}">
                    <a16:creationId xmlns:a16="http://schemas.microsoft.com/office/drawing/2014/main" id="{276FC5FF-9AB8-6744-0D89-6FA0CB883DA4}"/>
                  </a:ext>
                </a:extLst>
              </p:cNvPr>
              <p:cNvSpPr/>
              <p:nvPr/>
            </p:nvSpPr>
            <p:spPr>
              <a:xfrm>
                <a:off x="8695147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" y="0"/>
                    </a:moveTo>
                    <a:lnTo>
                      <a:pt x="1" y="937"/>
                    </a:lnTo>
                    <a:lnTo>
                      <a:pt x="366" y="937"/>
                    </a:lnTo>
                    <a:lnTo>
                      <a:pt x="366" y="758"/>
                    </a:lnTo>
                    <a:lnTo>
                      <a:pt x="447" y="758"/>
                    </a:lnTo>
                    <a:lnTo>
                      <a:pt x="527" y="865"/>
                    </a:lnTo>
                    <a:lnTo>
                      <a:pt x="572" y="937"/>
                    </a:lnTo>
                    <a:lnTo>
                      <a:pt x="2088" y="937"/>
                    </a:lnTo>
                    <a:cubicBezTo>
                      <a:pt x="2088" y="910"/>
                      <a:pt x="2079" y="892"/>
                      <a:pt x="2070" y="865"/>
                    </a:cubicBezTo>
                    <a:cubicBezTo>
                      <a:pt x="1981" y="696"/>
                      <a:pt x="1642" y="553"/>
                      <a:pt x="1410" y="526"/>
                    </a:cubicBezTo>
                    <a:cubicBezTo>
                      <a:pt x="1160" y="491"/>
                      <a:pt x="536" y="0"/>
                      <a:pt x="5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65;p34">
                <a:extLst>
                  <a:ext uri="{FF2B5EF4-FFF2-40B4-BE49-F238E27FC236}">
                    <a16:creationId xmlns:a16="http://schemas.microsoft.com/office/drawing/2014/main" id="{BAB84DA5-CD8C-3AD5-63FB-4C88DDF33E75}"/>
                  </a:ext>
                </a:extLst>
              </p:cNvPr>
              <p:cNvSpPr/>
              <p:nvPr/>
            </p:nvSpPr>
            <p:spPr>
              <a:xfrm>
                <a:off x="8715846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0" y="0"/>
                    </a:moveTo>
                    <a:lnTo>
                      <a:pt x="45" y="72"/>
                    </a:lnTo>
                    <a:lnTo>
                      <a:pt x="1561" y="72"/>
                    </a:lnTo>
                    <a:cubicBezTo>
                      <a:pt x="1561" y="45"/>
                      <a:pt x="1552" y="27"/>
                      <a:pt x="1543" y="0"/>
                    </a:cubicBez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66;p34">
                <a:extLst>
                  <a:ext uri="{FF2B5EF4-FFF2-40B4-BE49-F238E27FC236}">
                    <a16:creationId xmlns:a16="http://schemas.microsoft.com/office/drawing/2014/main" id="{93B33B28-31A2-9FC9-3228-DA9F8F5BD080}"/>
                  </a:ext>
                </a:extLst>
              </p:cNvPr>
              <p:cNvSpPr/>
              <p:nvPr/>
            </p:nvSpPr>
            <p:spPr>
              <a:xfrm>
                <a:off x="8695147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67;p34">
                <a:extLst>
                  <a:ext uri="{FF2B5EF4-FFF2-40B4-BE49-F238E27FC236}">
                    <a16:creationId xmlns:a16="http://schemas.microsoft.com/office/drawing/2014/main" id="{B9C9513F-A878-13D6-A781-FDBCA533F39D}"/>
                  </a:ext>
                </a:extLst>
              </p:cNvPr>
              <p:cNvSpPr/>
              <p:nvPr/>
            </p:nvSpPr>
            <p:spPr>
              <a:xfrm>
                <a:off x="8583720" y="4056875"/>
                <a:ext cx="18618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74" h="732" extrusionOk="0">
                    <a:moveTo>
                      <a:pt x="1" y="0"/>
                    </a:moveTo>
                    <a:lnTo>
                      <a:pt x="1" y="732"/>
                    </a:lnTo>
                    <a:lnTo>
                      <a:pt x="474" y="732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68;p34">
                <a:extLst>
                  <a:ext uri="{FF2B5EF4-FFF2-40B4-BE49-F238E27FC236}">
                    <a16:creationId xmlns:a16="http://schemas.microsoft.com/office/drawing/2014/main" id="{75000A8B-E1BC-E7EA-82ED-3C54F870CC01}"/>
                  </a:ext>
                </a:extLst>
              </p:cNvPr>
              <p:cNvSpPr/>
              <p:nvPr/>
            </p:nvSpPr>
            <p:spPr>
              <a:xfrm>
                <a:off x="8579517" y="3536148"/>
                <a:ext cx="139867" cy="237668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6051" extrusionOk="0">
                    <a:moveTo>
                      <a:pt x="1532" y="0"/>
                    </a:moveTo>
                    <a:cubicBezTo>
                      <a:pt x="1445" y="0"/>
                      <a:pt x="1303" y="4"/>
                      <a:pt x="1143" y="20"/>
                    </a:cubicBezTo>
                    <a:cubicBezTo>
                      <a:pt x="768" y="64"/>
                      <a:pt x="304" y="180"/>
                      <a:pt x="242" y="546"/>
                    </a:cubicBezTo>
                    <a:cubicBezTo>
                      <a:pt x="135" y="1170"/>
                      <a:pt x="1" y="5899"/>
                      <a:pt x="1" y="5899"/>
                    </a:cubicBezTo>
                    <a:lnTo>
                      <a:pt x="3105" y="6050"/>
                    </a:lnTo>
                    <a:lnTo>
                      <a:pt x="3212" y="6050"/>
                    </a:lnTo>
                    <a:lnTo>
                      <a:pt x="3462" y="1724"/>
                    </a:lnTo>
                    <a:lnTo>
                      <a:pt x="3533" y="546"/>
                    </a:lnTo>
                    <a:cubicBezTo>
                      <a:pt x="3533" y="546"/>
                      <a:pt x="3560" y="118"/>
                      <a:pt x="2989" y="91"/>
                    </a:cubicBezTo>
                    <a:cubicBezTo>
                      <a:pt x="2963" y="91"/>
                      <a:pt x="2927" y="82"/>
                      <a:pt x="2891" y="82"/>
                    </a:cubicBezTo>
                    <a:cubicBezTo>
                      <a:pt x="2338" y="55"/>
                      <a:pt x="1624" y="2"/>
                      <a:pt x="1624" y="2"/>
                    </a:cubicBezTo>
                    <a:cubicBezTo>
                      <a:pt x="1624" y="2"/>
                      <a:pt x="1590" y="0"/>
                      <a:pt x="1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69;p34">
                <a:extLst>
                  <a:ext uri="{FF2B5EF4-FFF2-40B4-BE49-F238E27FC236}">
                    <a16:creationId xmlns:a16="http://schemas.microsoft.com/office/drawing/2014/main" id="{EC6B7985-4EF8-0B53-A0BE-1D11E40B5505}"/>
                  </a:ext>
                </a:extLst>
              </p:cNvPr>
              <p:cNvSpPr/>
              <p:nvPr/>
            </p:nvSpPr>
            <p:spPr>
              <a:xfrm>
                <a:off x="8580224" y="3730998"/>
                <a:ext cx="137393" cy="339593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8646" extrusionOk="0">
                    <a:moveTo>
                      <a:pt x="224" y="1"/>
                    </a:moveTo>
                    <a:lnTo>
                      <a:pt x="1" y="8645"/>
                    </a:lnTo>
                    <a:lnTo>
                      <a:pt x="679" y="8645"/>
                    </a:lnTo>
                    <a:lnTo>
                      <a:pt x="1571" y="1999"/>
                    </a:lnTo>
                    <a:lnTo>
                      <a:pt x="2882" y="8645"/>
                    </a:lnTo>
                    <a:lnTo>
                      <a:pt x="3498" y="8645"/>
                    </a:lnTo>
                    <a:lnTo>
                      <a:pt x="2864" y="13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70;p34">
                <a:extLst>
                  <a:ext uri="{FF2B5EF4-FFF2-40B4-BE49-F238E27FC236}">
                    <a16:creationId xmlns:a16="http://schemas.microsoft.com/office/drawing/2014/main" id="{D4A12F84-D3CA-3339-F46C-8F33CE24B171}"/>
                  </a:ext>
                </a:extLst>
              </p:cNvPr>
              <p:cNvSpPr/>
              <p:nvPr/>
            </p:nvSpPr>
            <p:spPr>
              <a:xfrm>
                <a:off x="8521702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553" y="0"/>
                    </a:moveTo>
                    <a:cubicBezTo>
                      <a:pt x="1553" y="0"/>
                      <a:pt x="929" y="491"/>
                      <a:pt x="670" y="526"/>
                    </a:cubicBezTo>
                    <a:cubicBezTo>
                      <a:pt x="447" y="553"/>
                      <a:pt x="108" y="696"/>
                      <a:pt x="19" y="865"/>
                    </a:cubicBezTo>
                    <a:cubicBezTo>
                      <a:pt x="10" y="892"/>
                      <a:pt x="1" y="910"/>
                      <a:pt x="1" y="937"/>
                    </a:cubicBezTo>
                    <a:lnTo>
                      <a:pt x="1517" y="937"/>
                    </a:lnTo>
                    <a:lnTo>
                      <a:pt x="1562" y="865"/>
                    </a:lnTo>
                    <a:lnTo>
                      <a:pt x="1642" y="758"/>
                    </a:lnTo>
                    <a:lnTo>
                      <a:pt x="1723" y="758"/>
                    </a:lnTo>
                    <a:lnTo>
                      <a:pt x="1723" y="937"/>
                    </a:lnTo>
                    <a:lnTo>
                      <a:pt x="2088" y="937"/>
                    </a:lnTo>
                    <a:lnTo>
                      <a:pt x="20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71;p34">
                <a:extLst>
                  <a:ext uri="{FF2B5EF4-FFF2-40B4-BE49-F238E27FC236}">
                    <a16:creationId xmlns:a16="http://schemas.microsoft.com/office/drawing/2014/main" id="{B1D6C118-2549-9A39-5930-DB39230FB2B9}"/>
                  </a:ext>
                </a:extLst>
              </p:cNvPr>
              <p:cNvSpPr/>
              <p:nvPr/>
            </p:nvSpPr>
            <p:spPr>
              <a:xfrm>
                <a:off x="8521702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19" y="0"/>
                    </a:moveTo>
                    <a:cubicBezTo>
                      <a:pt x="10" y="27"/>
                      <a:pt x="1" y="45"/>
                      <a:pt x="1" y="72"/>
                    </a:cubicBezTo>
                    <a:lnTo>
                      <a:pt x="1517" y="72"/>
                    </a:lnTo>
                    <a:lnTo>
                      <a:pt x="1562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72;p34">
                <a:extLst>
                  <a:ext uri="{FF2B5EF4-FFF2-40B4-BE49-F238E27FC236}">
                    <a16:creationId xmlns:a16="http://schemas.microsoft.com/office/drawing/2014/main" id="{E0775EF5-3C84-C64F-C947-A357DAD83CB4}"/>
                  </a:ext>
                </a:extLst>
              </p:cNvPr>
              <p:cNvSpPr/>
              <p:nvPr/>
            </p:nvSpPr>
            <p:spPr>
              <a:xfrm>
                <a:off x="8589336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73;p34">
                <a:extLst>
                  <a:ext uri="{FF2B5EF4-FFF2-40B4-BE49-F238E27FC236}">
                    <a16:creationId xmlns:a16="http://schemas.microsoft.com/office/drawing/2014/main" id="{42DF4A7E-02AA-F274-F108-83ECDB3B46E9}"/>
                  </a:ext>
                </a:extLst>
              </p:cNvPr>
              <p:cNvSpPr/>
              <p:nvPr/>
            </p:nvSpPr>
            <p:spPr>
              <a:xfrm>
                <a:off x="8587922" y="3768154"/>
                <a:ext cx="107974" cy="10212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60" extrusionOk="0">
                    <a:moveTo>
                      <a:pt x="1" y="1"/>
                    </a:moveTo>
                    <a:lnTo>
                      <a:pt x="1" y="143"/>
                    </a:lnTo>
                    <a:lnTo>
                      <a:pt x="2749" y="259"/>
                    </a:lnTo>
                    <a:lnTo>
                      <a:pt x="2749" y="259"/>
                    </a:lnTo>
                    <a:lnTo>
                      <a:pt x="2740" y="1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74;p34">
                <a:extLst>
                  <a:ext uri="{FF2B5EF4-FFF2-40B4-BE49-F238E27FC236}">
                    <a16:creationId xmlns:a16="http://schemas.microsoft.com/office/drawing/2014/main" id="{1245AD2C-979D-AC16-C177-806EB77CEC97}"/>
                  </a:ext>
                </a:extLst>
              </p:cNvPr>
              <p:cNvSpPr/>
              <p:nvPr/>
            </p:nvSpPr>
            <p:spPr>
              <a:xfrm>
                <a:off x="8519974" y="3541332"/>
                <a:ext cx="101297" cy="142224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3621" extrusionOk="0">
                    <a:moveTo>
                      <a:pt x="2210" y="1"/>
                    </a:moveTo>
                    <a:cubicBezTo>
                      <a:pt x="2199" y="1"/>
                      <a:pt x="2188" y="2"/>
                      <a:pt x="2177" y="4"/>
                    </a:cubicBezTo>
                    <a:cubicBezTo>
                      <a:pt x="1998" y="39"/>
                      <a:pt x="1695" y="155"/>
                      <a:pt x="1526" y="601"/>
                    </a:cubicBezTo>
                    <a:cubicBezTo>
                      <a:pt x="1276" y="1262"/>
                      <a:pt x="303" y="2974"/>
                      <a:pt x="303" y="2974"/>
                    </a:cubicBezTo>
                    <a:cubicBezTo>
                      <a:pt x="303" y="2974"/>
                      <a:pt x="0" y="3438"/>
                      <a:pt x="268" y="3581"/>
                    </a:cubicBezTo>
                    <a:cubicBezTo>
                      <a:pt x="318" y="3608"/>
                      <a:pt x="362" y="3621"/>
                      <a:pt x="402" y="3621"/>
                    </a:cubicBezTo>
                    <a:cubicBezTo>
                      <a:pt x="574" y="3621"/>
                      <a:pt x="684" y="3380"/>
                      <a:pt x="1017" y="2974"/>
                    </a:cubicBezTo>
                    <a:cubicBezTo>
                      <a:pt x="1392" y="2502"/>
                      <a:pt x="2578" y="833"/>
                      <a:pt x="2391" y="137"/>
                    </a:cubicBezTo>
                    <a:cubicBezTo>
                      <a:pt x="2367" y="59"/>
                      <a:pt x="2295" y="1"/>
                      <a:pt x="2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75;p34">
                <a:extLst>
                  <a:ext uri="{FF2B5EF4-FFF2-40B4-BE49-F238E27FC236}">
                    <a16:creationId xmlns:a16="http://schemas.microsoft.com/office/drawing/2014/main" id="{50368C1D-42EE-46F0-C32E-FB9754509BE2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09349" cy="98233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2501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1687" y="2177"/>
                    </a:lnTo>
                    <a:cubicBezTo>
                      <a:pt x="1687" y="2177"/>
                      <a:pt x="1914" y="2501"/>
                      <a:pt x="2175" y="2501"/>
                    </a:cubicBezTo>
                    <a:cubicBezTo>
                      <a:pt x="2261" y="2501"/>
                      <a:pt x="2350" y="2466"/>
                      <a:pt x="2436" y="2373"/>
                    </a:cubicBezTo>
                    <a:cubicBezTo>
                      <a:pt x="2784" y="1999"/>
                      <a:pt x="1919" y="1437"/>
                      <a:pt x="1919" y="1437"/>
                    </a:cubicBez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76;p34">
                <a:extLst>
                  <a:ext uri="{FF2B5EF4-FFF2-40B4-BE49-F238E27FC236}">
                    <a16:creationId xmlns:a16="http://schemas.microsoft.com/office/drawing/2014/main" id="{E026F207-0707-BBED-0A70-F80DEC095D65}"/>
                  </a:ext>
                </a:extLst>
              </p:cNvPr>
              <p:cNvSpPr/>
              <p:nvPr/>
            </p:nvSpPr>
            <p:spPr>
              <a:xfrm>
                <a:off x="8689884" y="3541450"/>
                <a:ext cx="86607" cy="148076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3770" extrusionOk="0">
                    <a:moveTo>
                      <a:pt x="334" y="1"/>
                    </a:moveTo>
                    <a:cubicBezTo>
                      <a:pt x="263" y="1"/>
                      <a:pt x="196" y="36"/>
                      <a:pt x="161" y="99"/>
                    </a:cubicBezTo>
                    <a:cubicBezTo>
                      <a:pt x="81" y="259"/>
                      <a:pt x="1" y="581"/>
                      <a:pt x="269" y="982"/>
                    </a:cubicBezTo>
                    <a:cubicBezTo>
                      <a:pt x="652" y="1571"/>
                      <a:pt x="1464" y="3364"/>
                      <a:pt x="1464" y="3364"/>
                    </a:cubicBezTo>
                    <a:cubicBezTo>
                      <a:pt x="1464" y="3364"/>
                      <a:pt x="1618" y="3770"/>
                      <a:pt x="1845" y="3770"/>
                    </a:cubicBezTo>
                    <a:cubicBezTo>
                      <a:pt x="1874" y="3770"/>
                      <a:pt x="1905" y="3763"/>
                      <a:pt x="1937" y="3747"/>
                    </a:cubicBezTo>
                    <a:cubicBezTo>
                      <a:pt x="2204" y="3614"/>
                      <a:pt x="2044" y="3408"/>
                      <a:pt x="1883" y="2784"/>
                    </a:cubicBezTo>
                    <a:cubicBezTo>
                      <a:pt x="1723" y="2204"/>
                      <a:pt x="1071" y="259"/>
                      <a:pt x="393" y="10"/>
                    </a:cubicBezTo>
                    <a:cubicBezTo>
                      <a:pt x="374" y="4"/>
                      <a:pt x="353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77;p34">
                <a:extLst>
                  <a:ext uri="{FF2B5EF4-FFF2-40B4-BE49-F238E27FC236}">
                    <a16:creationId xmlns:a16="http://schemas.microsoft.com/office/drawing/2014/main" id="{DC745119-A27D-ABD7-EBEA-DA9F0F0620B4}"/>
                  </a:ext>
                </a:extLst>
              </p:cNvPr>
              <p:cNvSpPr/>
              <p:nvPr/>
            </p:nvSpPr>
            <p:spPr>
              <a:xfrm>
                <a:off x="8734384" y="3665642"/>
                <a:ext cx="43834" cy="120071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3057" extrusionOk="0">
                    <a:moveTo>
                      <a:pt x="589" y="1"/>
                    </a:moveTo>
                    <a:cubicBezTo>
                      <a:pt x="164" y="1"/>
                      <a:pt x="197" y="916"/>
                      <a:pt x="197" y="916"/>
                    </a:cubicBezTo>
                    <a:lnTo>
                      <a:pt x="1" y="3003"/>
                    </a:lnTo>
                    <a:lnTo>
                      <a:pt x="349" y="3057"/>
                    </a:lnTo>
                    <a:lnTo>
                      <a:pt x="893" y="701"/>
                    </a:lnTo>
                    <a:cubicBezTo>
                      <a:pt x="893" y="701"/>
                      <a:pt x="1116" y="86"/>
                      <a:pt x="643" y="6"/>
                    </a:cubicBezTo>
                    <a:cubicBezTo>
                      <a:pt x="624" y="2"/>
                      <a:pt x="606" y="1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78;p34">
                <a:extLst>
                  <a:ext uri="{FF2B5EF4-FFF2-40B4-BE49-F238E27FC236}">
                    <a16:creationId xmlns:a16="http://schemas.microsoft.com/office/drawing/2014/main" id="{0CA74FA4-3FBE-2080-C720-233B2C2D1A03}"/>
                  </a:ext>
                </a:extLst>
              </p:cNvPr>
              <p:cNvSpPr/>
              <p:nvPr/>
            </p:nvSpPr>
            <p:spPr>
              <a:xfrm>
                <a:off x="8624371" y="3536148"/>
                <a:ext cx="68736" cy="107306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732" extrusionOk="0">
                    <a:moveTo>
                      <a:pt x="390" y="0"/>
                    </a:moveTo>
                    <a:cubicBezTo>
                      <a:pt x="303" y="0"/>
                      <a:pt x="161" y="4"/>
                      <a:pt x="1" y="20"/>
                    </a:cubicBezTo>
                    <a:lnTo>
                      <a:pt x="375" y="2241"/>
                    </a:lnTo>
                    <a:lnTo>
                      <a:pt x="465" y="2732"/>
                    </a:lnTo>
                    <a:lnTo>
                      <a:pt x="705" y="2223"/>
                    </a:lnTo>
                    <a:lnTo>
                      <a:pt x="1749" y="82"/>
                    </a:lnTo>
                    <a:cubicBezTo>
                      <a:pt x="1553" y="73"/>
                      <a:pt x="1330" y="64"/>
                      <a:pt x="1125" y="46"/>
                    </a:cubicBezTo>
                    <a:cubicBezTo>
                      <a:pt x="982" y="38"/>
                      <a:pt x="848" y="29"/>
                      <a:pt x="741" y="20"/>
                    </a:cubicBezTo>
                    <a:cubicBezTo>
                      <a:pt x="589" y="11"/>
                      <a:pt x="482" y="2"/>
                      <a:pt x="482" y="2"/>
                    </a:cubicBezTo>
                    <a:cubicBezTo>
                      <a:pt x="482" y="2"/>
                      <a:pt x="448" y="0"/>
                      <a:pt x="3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79;p34">
                <a:extLst>
                  <a:ext uri="{FF2B5EF4-FFF2-40B4-BE49-F238E27FC236}">
                    <a16:creationId xmlns:a16="http://schemas.microsoft.com/office/drawing/2014/main" id="{95AA45F1-F8BD-3837-2CB5-7B25B5A6CA40}"/>
                  </a:ext>
                </a:extLst>
              </p:cNvPr>
              <p:cNvSpPr/>
              <p:nvPr/>
            </p:nvSpPr>
            <p:spPr>
              <a:xfrm>
                <a:off x="8639099" y="3536894"/>
                <a:ext cx="29458" cy="10656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713" extrusionOk="0">
                    <a:moveTo>
                      <a:pt x="366" y="1"/>
                    </a:moveTo>
                    <a:lnTo>
                      <a:pt x="446" y="197"/>
                    </a:lnTo>
                    <a:lnTo>
                      <a:pt x="0" y="2222"/>
                    </a:lnTo>
                    <a:lnTo>
                      <a:pt x="90" y="2713"/>
                    </a:lnTo>
                    <a:lnTo>
                      <a:pt x="330" y="2204"/>
                    </a:lnTo>
                    <a:lnTo>
                      <a:pt x="589" y="197"/>
                    </a:lnTo>
                    <a:lnTo>
                      <a:pt x="750" y="27"/>
                    </a:lnTo>
                    <a:cubicBezTo>
                      <a:pt x="607" y="19"/>
                      <a:pt x="473" y="10"/>
                      <a:pt x="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80;p34">
                <a:extLst>
                  <a:ext uri="{FF2B5EF4-FFF2-40B4-BE49-F238E27FC236}">
                    <a16:creationId xmlns:a16="http://schemas.microsoft.com/office/drawing/2014/main" id="{BF28CA4F-1036-6726-035F-7B7681499C57}"/>
                  </a:ext>
                </a:extLst>
              </p:cNvPr>
              <p:cNvSpPr/>
              <p:nvPr/>
            </p:nvSpPr>
            <p:spPr>
              <a:xfrm>
                <a:off x="8628220" y="3431005"/>
                <a:ext cx="64886" cy="5161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314" extrusionOk="0">
                    <a:moveTo>
                      <a:pt x="558" y="0"/>
                    </a:moveTo>
                    <a:cubicBezTo>
                      <a:pt x="268" y="0"/>
                      <a:pt x="26" y="224"/>
                      <a:pt x="1" y="520"/>
                    </a:cubicBezTo>
                    <a:cubicBezTo>
                      <a:pt x="280" y="570"/>
                      <a:pt x="564" y="602"/>
                      <a:pt x="853" y="602"/>
                    </a:cubicBezTo>
                    <a:cubicBezTo>
                      <a:pt x="978" y="602"/>
                      <a:pt x="1105" y="596"/>
                      <a:pt x="1232" y="582"/>
                    </a:cubicBezTo>
                    <a:lnTo>
                      <a:pt x="1232" y="582"/>
                    </a:lnTo>
                    <a:cubicBezTo>
                      <a:pt x="1223" y="868"/>
                      <a:pt x="1330" y="1109"/>
                      <a:pt x="1580" y="1314"/>
                    </a:cubicBezTo>
                    <a:lnTo>
                      <a:pt x="1633" y="645"/>
                    </a:lnTo>
                    <a:cubicBezTo>
                      <a:pt x="1651" y="333"/>
                      <a:pt x="1419" y="65"/>
                      <a:pt x="1116" y="38"/>
                    </a:cubicBezTo>
                    <a:lnTo>
                      <a:pt x="607" y="3"/>
                    </a:lnTo>
                    <a:cubicBezTo>
                      <a:pt x="591" y="1"/>
                      <a:pt x="575" y="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81;p34">
                <a:extLst>
                  <a:ext uri="{FF2B5EF4-FFF2-40B4-BE49-F238E27FC236}">
                    <a16:creationId xmlns:a16="http://schemas.microsoft.com/office/drawing/2014/main" id="{21FD4DEB-3980-13B7-CF59-29B0D0324EB2}"/>
                  </a:ext>
                </a:extLst>
              </p:cNvPr>
              <p:cNvSpPr/>
              <p:nvPr/>
            </p:nvSpPr>
            <p:spPr>
              <a:xfrm>
                <a:off x="8608267" y="3421225"/>
                <a:ext cx="51532" cy="30283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771" extrusionOk="0">
                    <a:moveTo>
                      <a:pt x="599" y="0"/>
                    </a:moveTo>
                    <a:cubicBezTo>
                      <a:pt x="556" y="0"/>
                      <a:pt x="514" y="4"/>
                      <a:pt x="473" y="11"/>
                    </a:cubicBezTo>
                    <a:cubicBezTo>
                      <a:pt x="313" y="37"/>
                      <a:pt x="152" y="127"/>
                      <a:pt x="72" y="269"/>
                    </a:cubicBezTo>
                    <a:cubicBezTo>
                      <a:pt x="0" y="412"/>
                      <a:pt x="27" y="617"/>
                      <a:pt x="170" y="707"/>
                    </a:cubicBezTo>
                    <a:cubicBezTo>
                      <a:pt x="223" y="733"/>
                      <a:pt x="286" y="751"/>
                      <a:pt x="348" y="760"/>
                    </a:cubicBezTo>
                    <a:cubicBezTo>
                      <a:pt x="396" y="767"/>
                      <a:pt x="444" y="771"/>
                      <a:pt x="493" y="771"/>
                    </a:cubicBezTo>
                    <a:cubicBezTo>
                      <a:pt x="626" y="771"/>
                      <a:pt x="759" y="746"/>
                      <a:pt x="883" y="707"/>
                    </a:cubicBezTo>
                    <a:cubicBezTo>
                      <a:pt x="999" y="671"/>
                      <a:pt x="1312" y="564"/>
                      <a:pt x="1312" y="430"/>
                    </a:cubicBezTo>
                    <a:cubicBezTo>
                      <a:pt x="1312" y="287"/>
                      <a:pt x="1071" y="136"/>
                      <a:pt x="964" y="82"/>
                    </a:cubicBezTo>
                    <a:cubicBezTo>
                      <a:pt x="851" y="29"/>
                      <a:pt x="723" y="0"/>
                      <a:pt x="5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82;p34">
                <a:extLst>
                  <a:ext uri="{FF2B5EF4-FFF2-40B4-BE49-F238E27FC236}">
                    <a16:creationId xmlns:a16="http://schemas.microsoft.com/office/drawing/2014/main" id="{07DE6466-A1BA-481C-FAA8-C6C2D0F85D3B}"/>
                  </a:ext>
                </a:extLst>
              </p:cNvPr>
              <p:cNvSpPr/>
              <p:nvPr/>
            </p:nvSpPr>
            <p:spPr>
              <a:xfrm>
                <a:off x="8636625" y="3420911"/>
                <a:ext cx="66615" cy="6606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82" extrusionOk="0">
                    <a:moveTo>
                      <a:pt x="848" y="1"/>
                    </a:moveTo>
                    <a:cubicBezTo>
                      <a:pt x="706" y="1"/>
                      <a:pt x="1" y="170"/>
                      <a:pt x="224" y="465"/>
                    </a:cubicBezTo>
                    <a:cubicBezTo>
                      <a:pt x="313" y="581"/>
                      <a:pt x="563" y="599"/>
                      <a:pt x="688" y="643"/>
                    </a:cubicBezTo>
                    <a:cubicBezTo>
                      <a:pt x="822" y="688"/>
                      <a:pt x="964" y="750"/>
                      <a:pt x="1054" y="884"/>
                    </a:cubicBezTo>
                    <a:cubicBezTo>
                      <a:pt x="1161" y="1027"/>
                      <a:pt x="1187" y="1223"/>
                      <a:pt x="1205" y="1410"/>
                    </a:cubicBezTo>
                    <a:cubicBezTo>
                      <a:pt x="1205" y="1517"/>
                      <a:pt x="1223" y="1642"/>
                      <a:pt x="1312" y="1678"/>
                    </a:cubicBezTo>
                    <a:cubicBezTo>
                      <a:pt x="1323" y="1681"/>
                      <a:pt x="1332" y="1682"/>
                      <a:pt x="1342" y="1682"/>
                    </a:cubicBezTo>
                    <a:cubicBezTo>
                      <a:pt x="1364" y="1682"/>
                      <a:pt x="1383" y="1675"/>
                      <a:pt x="1401" y="1669"/>
                    </a:cubicBezTo>
                    <a:cubicBezTo>
                      <a:pt x="1509" y="1633"/>
                      <a:pt x="1580" y="1535"/>
                      <a:pt x="1625" y="1428"/>
                    </a:cubicBezTo>
                    <a:cubicBezTo>
                      <a:pt x="1660" y="1312"/>
                      <a:pt x="1669" y="1196"/>
                      <a:pt x="1678" y="1071"/>
                    </a:cubicBezTo>
                    <a:cubicBezTo>
                      <a:pt x="1696" y="768"/>
                      <a:pt x="1678" y="420"/>
                      <a:pt x="1482" y="215"/>
                    </a:cubicBezTo>
                    <a:cubicBezTo>
                      <a:pt x="1321" y="37"/>
                      <a:pt x="1071" y="10"/>
                      <a:pt x="8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83;p34">
                <a:extLst>
                  <a:ext uri="{FF2B5EF4-FFF2-40B4-BE49-F238E27FC236}">
                    <a16:creationId xmlns:a16="http://schemas.microsoft.com/office/drawing/2014/main" id="{C32DC247-8D8E-FBCD-F96E-8246ACF480DA}"/>
                  </a:ext>
                </a:extLst>
              </p:cNvPr>
              <p:cNvSpPr/>
              <p:nvPr/>
            </p:nvSpPr>
            <p:spPr>
              <a:xfrm>
                <a:off x="8675548" y="3467178"/>
                <a:ext cx="1685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9" extrusionOk="0">
                    <a:moveTo>
                      <a:pt x="223" y="0"/>
                    </a:moveTo>
                    <a:cubicBezTo>
                      <a:pt x="107" y="0"/>
                      <a:pt x="9" y="90"/>
                      <a:pt x="9" y="206"/>
                    </a:cubicBezTo>
                    <a:cubicBezTo>
                      <a:pt x="0" y="322"/>
                      <a:pt x="89" y="420"/>
                      <a:pt x="205" y="429"/>
                    </a:cubicBezTo>
                    <a:cubicBezTo>
                      <a:pt x="321" y="429"/>
                      <a:pt x="419" y="339"/>
                      <a:pt x="428" y="223"/>
                    </a:cubicBezTo>
                    <a:cubicBezTo>
                      <a:pt x="428" y="107"/>
                      <a:pt x="339" y="9"/>
                      <a:pt x="223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84;p34">
                <a:extLst>
                  <a:ext uri="{FF2B5EF4-FFF2-40B4-BE49-F238E27FC236}">
                    <a16:creationId xmlns:a16="http://schemas.microsoft.com/office/drawing/2014/main" id="{1A41DEE0-83E2-89A8-E7EA-0CB3317A7F7A}"/>
                  </a:ext>
                </a:extLst>
              </p:cNvPr>
              <p:cNvSpPr/>
              <p:nvPr/>
            </p:nvSpPr>
            <p:spPr>
              <a:xfrm>
                <a:off x="8638746" y="3568786"/>
                <a:ext cx="53300" cy="202201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5148" extrusionOk="0">
                    <a:moveTo>
                      <a:pt x="1330" y="0"/>
                    </a:moveTo>
                    <a:cubicBezTo>
                      <a:pt x="1330" y="0"/>
                      <a:pt x="1321" y="0"/>
                      <a:pt x="1321" y="9"/>
                    </a:cubicBezTo>
                    <a:lnTo>
                      <a:pt x="1339" y="589"/>
                    </a:lnTo>
                    <a:lnTo>
                      <a:pt x="81" y="1972"/>
                    </a:lnTo>
                    <a:lnTo>
                      <a:pt x="72" y="1972"/>
                    </a:lnTo>
                    <a:cubicBezTo>
                      <a:pt x="54" y="3043"/>
                      <a:pt x="18" y="5077"/>
                      <a:pt x="0" y="5130"/>
                    </a:cubicBezTo>
                    <a:cubicBezTo>
                      <a:pt x="0" y="5139"/>
                      <a:pt x="0" y="5148"/>
                      <a:pt x="9" y="5148"/>
                    </a:cubicBezTo>
                    <a:cubicBezTo>
                      <a:pt x="18" y="5148"/>
                      <a:pt x="18" y="5148"/>
                      <a:pt x="18" y="5139"/>
                    </a:cubicBezTo>
                    <a:cubicBezTo>
                      <a:pt x="36" y="5085"/>
                      <a:pt x="90" y="2150"/>
                      <a:pt x="99" y="1981"/>
                    </a:cubicBezTo>
                    <a:lnTo>
                      <a:pt x="1356" y="598"/>
                    </a:lnTo>
                    <a:cubicBezTo>
                      <a:pt x="1356" y="598"/>
                      <a:pt x="1356" y="589"/>
                      <a:pt x="1356" y="589"/>
                    </a:cubicBezTo>
                    <a:lnTo>
                      <a:pt x="1339" y="9"/>
                    </a:lnTo>
                    <a:cubicBezTo>
                      <a:pt x="1339" y="0"/>
                      <a:pt x="1339" y="0"/>
                      <a:pt x="1330" y="0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85;p34">
                <a:extLst>
                  <a:ext uri="{FF2B5EF4-FFF2-40B4-BE49-F238E27FC236}">
                    <a16:creationId xmlns:a16="http://schemas.microsoft.com/office/drawing/2014/main" id="{5DB7BB3B-4B3E-1779-F3B9-360069F86689}"/>
                  </a:ext>
                </a:extLst>
              </p:cNvPr>
              <p:cNvSpPr/>
              <p:nvPr/>
            </p:nvSpPr>
            <p:spPr>
              <a:xfrm>
                <a:off x="8611056" y="3571222"/>
                <a:ext cx="31226" cy="7537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919" extrusionOk="0">
                    <a:moveTo>
                      <a:pt x="27" y="1"/>
                    </a:moveTo>
                    <a:cubicBezTo>
                      <a:pt x="27" y="1"/>
                      <a:pt x="18" y="1"/>
                      <a:pt x="18" y="10"/>
                    </a:cubicBezTo>
                    <a:lnTo>
                      <a:pt x="1" y="616"/>
                    </a:lnTo>
                    <a:cubicBezTo>
                      <a:pt x="1" y="625"/>
                      <a:pt x="10" y="625"/>
                      <a:pt x="10" y="625"/>
                    </a:cubicBezTo>
                    <a:lnTo>
                      <a:pt x="777" y="1910"/>
                    </a:lnTo>
                    <a:cubicBezTo>
                      <a:pt x="777" y="1910"/>
                      <a:pt x="777" y="1919"/>
                      <a:pt x="786" y="1919"/>
                    </a:cubicBezTo>
                    <a:cubicBezTo>
                      <a:pt x="795" y="1910"/>
                      <a:pt x="795" y="1901"/>
                      <a:pt x="795" y="1901"/>
                    </a:cubicBezTo>
                    <a:lnTo>
                      <a:pt x="27" y="616"/>
                    </a:lnTo>
                    <a:lnTo>
                      <a:pt x="36" y="10"/>
                    </a:lnTo>
                    <a:cubicBezTo>
                      <a:pt x="36" y="1"/>
                      <a:pt x="36" y="1"/>
                      <a:pt x="27" y="1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86;p34">
                <a:extLst>
                  <a:ext uri="{FF2B5EF4-FFF2-40B4-BE49-F238E27FC236}">
                    <a16:creationId xmlns:a16="http://schemas.microsoft.com/office/drawing/2014/main" id="{4BA13E52-2300-74AE-283A-6BC559032326}"/>
                  </a:ext>
                </a:extLst>
              </p:cNvPr>
              <p:cNvSpPr/>
              <p:nvPr/>
            </p:nvSpPr>
            <p:spPr>
              <a:xfrm>
                <a:off x="8734384" y="3780408"/>
                <a:ext cx="14415" cy="530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35" extrusionOk="0">
                    <a:moveTo>
                      <a:pt x="10" y="1"/>
                    </a:moveTo>
                    <a:lnTo>
                      <a:pt x="1" y="81"/>
                    </a:lnTo>
                    <a:lnTo>
                      <a:pt x="349" y="135"/>
                    </a:lnTo>
                    <a:lnTo>
                      <a:pt x="367" y="63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87;p34">
                <a:extLst>
                  <a:ext uri="{FF2B5EF4-FFF2-40B4-BE49-F238E27FC236}">
                    <a16:creationId xmlns:a16="http://schemas.microsoft.com/office/drawing/2014/main" id="{EF642A9A-54E5-FE3F-6A19-9E15DC7EBA15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406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9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72" y="348"/>
                    </a:lnTo>
                    <a:lnTo>
                      <a:pt x="357" y="90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88;p34">
                <a:extLst>
                  <a:ext uri="{FF2B5EF4-FFF2-40B4-BE49-F238E27FC236}">
                    <a16:creationId xmlns:a16="http://schemas.microsoft.com/office/drawing/2014/main" id="{C270C051-76F3-3166-7AC3-F0C976516D04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63946" cy="194502"/>
              </a:xfrm>
              <a:custGeom>
                <a:avLst/>
                <a:gdLst/>
                <a:ahLst/>
                <a:cxnLst/>
                <a:rect l="l" t="t" r="r" b="b"/>
                <a:pathLst>
                  <a:path w="11812" h="4952" extrusionOk="0">
                    <a:moveTo>
                      <a:pt x="0" y="0"/>
                    </a:moveTo>
                    <a:lnTo>
                      <a:pt x="1017" y="857"/>
                    </a:lnTo>
                    <a:lnTo>
                      <a:pt x="1044" y="874"/>
                    </a:lnTo>
                    <a:lnTo>
                      <a:pt x="11490" y="4951"/>
                    </a:lnTo>
                    <a:lnTo>
                      <a:pt x="11812" y="4140"/>
                    </a:lnTo>
                    <a:lnTo>
                      <a:pt x="1356" y="63"/>
                    </a:lnTo>
                    <a:lnTo>
                      <a:pt x="1329" y="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89;p34">
                <a:extLst>
                  <a:ext uri="{FF2B5EF4-FFF2-40B4-BE49-F238E27FC236}">
                    <a16:creationId xmlns:a16="http://schemas.microsoft.com/office/drawing/2014/main" id="{98C76737-B636-F90F-C1CE-9BA0E98E4F39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52239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857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329" y="63"/>
                    </a:lnTo>
                    <a:lnTo>
                      <a:pt x="607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90;p34">
                <a:extLst>
                  <a:ext uri="{FF2B5EF4-FFF2-40B4-BE49-F238E27FC236}">
                    <a16:creationId xmlns:a16="http://schemas.microsoft.com/office/drawing/2014/main" id="{440BB775-4742-02A4-7FD6-0C73DEE2E02D}"/>
                  </a:ext>
                </a:extLst>
              </p:cNvPr>
              <p:cNvSpPr/>
              <p:nvPr/>
            </p:nvSpPr>
            <p:spPr>
              <a:xfrm>
                <a:off x="8838467" y="3839283"/>
                <a:ext cx="34721" cy="40691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036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562" y="1035"/>
                    </a:lnTo>
                    <a:lnTo>
                      <a:pt x="884" y="224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91;p34">
                <a:extLst>
                  <a:ext uri="{FF2B5EF4-FFF2-40B4-BE49-F238E27FC236}">
                    <a16:creationId xmlns:a16="http://schemas.microsoft.com/office/drawing/2014/main" id="{44FB6A03-61AD-A6A0-2918-912208954F8C}"/>
                  </a:ext>
                </a:extLst>
              </p:cNvPr>
              <p:cNvSpPr/>
              <p:nvPr/>
            </p:nvSpPr>
            <p:spPr>
              <a:xfrm>
                <a:off x="8860540" y="3848042"/>
                <a:ext cx="28083" cy="37864"/>
              </a:xfrm>
              <a:custGeom>
                <a:avLst/>
                <a:gdLst/>
                <a:ahLst/>
                <a:cxnLst/>
                <a:rect l="l" t="t" r="r" b="b"/>
                <a:pathLst>
                  <a:path w="715" h="964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393" y="964"/>
                    </a:lnTo>
                    <a:lnTo>
                      <a:pt x="714" y="152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2;p34">
                <a:extLst>
                  <a:ext uri="{FF2B5EF4-FFF2-40B4-BE49-F238E27FC236}">
                    <a16:creationId xmlns:a16="http://schemas.microsoft.com/office/drawing/2014/main" id="{58276D98-3BA7-AAEA-446C-29078E18F8DE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23488" cy="15436"/>
              </a:xfrm>
              <a:custGeom>
                <a:avLst/>
                <a:gdLst/>
                <a:ahLst/>
                <a:cxnLst/>
                <a:rect l="l" t="t" r="r" b="b"/>
                <a:pathLst>
                  <a:path w="598" h="39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598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93;p34">
                <a:extLst>
                  <a:ext uri="{FF2B5EF4-FFF2-40B4-BE49-F238E27FC236}">
                    <a16:creationId xmlns:a16="http://schemas.microsoft.com/office/drawing/2014/main" id="{1F991D59-E28E-46F5-E7CD-969BF9E31361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73058" cy="200433"/>
              </a:xfrm>
              <a:custGeom>
                <a:avLst/>
                <a:gdLst/>
                <a:ahLst/>
                <a:cxnLst/>
                <a:rect l="l" t="t" r="r" b="b"/>
                <a:pathLst>
                  <a:path w="12044" h="510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044" y="874"/>
                    </a:lnTo>
                    <a:lnTo>
                      <a:pt x="10928" y="4728"/>
                    </a:lnTo>
                    <a:lnTo>
                      <a:pt x="11490" y="4951"/>
                    </a:lnTo>
                    <a:lnTo>
                      <a:pt x="11883" y="5103"/>
                    </a:lnTo>
                    <a:lnTo>
                      <a:pt x="12044" y="4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94;p34">
                <a:extLst>
                  <a:ext uri="{FF2B5EF4-FFF2-40B4-BE49-F238E27FC236}">
                    <a16:creationId xmlns:a16="http://schemas.microsoft.com/office/drawing/2014/main" id="{45305E2B-BCCF-E269-D895-40872EB8BE64}"/>
                  </a:ext>
                </a:extLst>
              </p:cNvPr>
              <p:cNvSpPr/>
              <p:nvPr/>
            </p:nvSpPr>
            <p:spPr>
              <a:xfrm>
                <a:off x="8737566" y="3789991"/>
                <a:ext cx="16850" cy="2148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47" extrusionOk="0">
                    <a:moveTo>
                      <a:pt x="124" y="1"/>
                    </a:moveTo>
                    <a:cubicBezTo>
                      <a:pt x="113" y="1"/>
                      <a:pt x="101" y="3"/>
                      <a:pt x="89" y="7"/>
                    </a:cubicBezTo>
                    <a:cubicBezTo>
                      <a:pt x="27" y="15"/>
                      <a:pt x="0" y="78"/>
                      <a:pt x="18" y="131"/>
                    </a:cubicBezTo>
                    <a:cubicBezTo>
                      <a:pt x="45" y="194"/>
                      <a:pt x="45" y="265"/>
                      <a:pt x="54" y="337"/>
                    </a:cubicBezTo>
                    <a:cubicBezTo>
                      <a:pt x="54" y="372"/>
                      <a:pt x="54" y="408"/>
                      <a:pt x="72" y="444"/>
                    </a:cubicBezTo>
                    <a:cubicBezTo>
                      <a:pt x="98" y="497"/>
                      <a:pt x="170" y="524"/>
                      <a:pt x="232" y="542"/>
                    </a:cubicBezTo>
                    <a:cubicBezTo>
                      <a:pt x="249" y="545"/>
                      <a:pt x="267" y="546"/>
                      <a:pt x="285" y="546"/>
                    </a:cubicBezTo>
                    <a:cubicBezTo>
                      <a:pt x="326" y="546"/>
                      <a:pt x="368" y="537"/>
                      <a:pt x="393" y="506"/>
                    </a:cubicBezTo>
                    <a:cubicBezTo>
                      <a:pt x="402" y="488"/>
                      <a:pt x="411" y="462"/>
                      <a:pt x="411" y="444"/>
                    </a:cubicBezTo>
                    <a:cubicBezTo>
                      <a:pt x="428" y="292"/>
                      <a:pt x="357" y="140"/>
                      <a:pt x="241" y="51"/>
                    </a:cubicBezTo>
                    <a:cubicBezTo>
                      <a:pt x="206" y="23"/>
                      <a:pt x="166" y="1"/>
                      <a:pt x="124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" name="Google Shape;595;p34">
            <a:extLst>
              <a:ext uri="{FF2B5EF4-FFF2-40B4-BE49-F238E27FC236}">
                <a16:creationId xmlns:a16="http://schemas.microsoft.com/office/drawing/2014/main" id="{2528D19B-0EC8-F39C-1EB8-8308A3B36092}"/>
              </a:ext>
            </a:extLst>
          </p:cNvPr>
          <p:cNvGrpSpPr/>
          <p:nvPr/>
        </p:nvGrpSpPr>
        <p:grpSpPr>
          <a:xfrm>
            <a:off x="5940130" y="791009"/>
            <a:ext cx="589499" cy="504485"/>
            <a:chOff x="2869533" y="318283"/>
            <a:chExt cx="102176" cy="85817"/>
          </a:xfrm>
        </p:grpSpPr>
        <p:sp>
          <p:nvSpPr>
            <p:cNvPr id="63" name="Google Shape;596;p34">
              <a:extLst>
                <a:ext uri="{FF2B5EF4-FFF2-40B4-BE49-F238E27FC236}">
                  <a16:creationId xmlns:a16="http://schemas.microsoft.com/office/drawing/2014/main" id="{002577D9-2BF6-B45D-4D72-913926983200}"/>
                </a:ext>
              </a:extLst>
            </p:cNvPr>
            <p:cNvSpPr/>
            <p:nvPr/>
          </p:nvSpPr>
          <p:spPr>
            <a:xfrm>
              <a:off x="2869533" y="318283"/>
              <a:ext cx="101302" cy="85817"/>
            </a:xfrm>
            <a:custGeom>
              <a:avLst/>
              <a:gdLst/>
              <a:ahLst/>
              <a:cxnLst/>
              <a:rect l="l" t="t" r="r" b="b"/>
              <a:pathLst>
                <a:path w="2445" h="2071" extrusionOk="0">
                  <a:moveTo>
                    <a:pt x="0" y="1"/>
                  </a:moveTo>
                  <a:lnTo>
                    <a:pt x="0" y="2070"/>
                  </a:lnTo>
                  <a:lnTo>
                    <a:pt x="2079" y="2070"/>
                  </a:lnTo>
                  <a:lnTo>
                    <a:pt x="2079" y="732"/>
                  </a:lnTo>
                  <a:lnTo>
                    <a:pt x="2445" y="384"/>
                  </a:lnTo>
                  <a:lnTo>
                    <a:pt x="2248" y="188"/>
                  </a:lnTo>
                  <a:lnTo>
                    <a:pt x="2079" y="357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597;p34">
              <a:extLst>
                <a:ext uri="{FF2B5EF4-FFF2-40B4-BE49-F238E27FC236}">
                  <a16:creationId xmlns:a16="http://schemas.microsoft.com/office/drawing/2014/main" id="{5912DD4F-A147-D6AD-10A3-009200D1DCF8}"/>
                </a:ext>
              </a:extLst>
            </p:cNvPr>
            <p:cNvGrpSpPr/>
            <p:nvPr/>
          </p:nvGrpSpPr>
          <p:grpSpPr>
            <a:xfrm>
              <a:off x="2869754" y="318941"/>
              <a:ext cx="101955" cy="84600"/>
              <a:chOff x="2854604" y="2360241"/>
              <a:chExt cx="101955" cy="84600"/>
            </a:xfrm>
          </p:grpSpPr>
          <p:sp>
            <p:nvSpPr>
              <p:cNvPr id="321" name="Google Shape;598;p34">
                <a:extLst>
                  <a:ext uri="{FF2B5EF4-FFF2-40B4-BE49-F238E27FC236}">
                    <a16:creationId xmlns:a16="http://schemas.microsoft.com/office/drawing/2014/main" id="{AF5BFEB0-90A7-EDDA-B19A-33ABB83B623C}"/>
                  </a:ext>
                </a:extLst>
              </p:cNvPr>
              <p:cNvSpPr/>
              <p:nvPr/>
            </p:nvSpPr>
            <p:spPr>
              <a:xfrm>
                <a:off x="2854604" y="2360241"/>
                <a:ext cx="84600" cy="84600"/>
              </a:xfrm>
              <a:prstGeom prst="rect">
                <a:avLst/>
              </a:prstGeom>
              <a:solidFill>
                <a:schemeClr val="accent6"/>
              </a:solidFill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599;p34">
                <a:extLst>
                  <a:ext uri="{FF2B5EF4-FFF2-40B4-BE49-F238E27FC236}">
                    <a16:creationId xmlns:a16="http://schemas.microsoft.com/office/drawing/2014/main" id="{4D239DE9-77A3-BB0D-178A-82528961E81B}"/>
                  </a:ext>
                </a:extLst>
              </p:cNvPr>
              <p:cNvSpPr/>
              <p:nvPr/>
            </p:nvSpPr>
            <p:spPr>
              <a:xfrm>
                <a:off x="2867701" y="2366864"/>
                <a:ext cx="88858" cy="64434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482" extrusionOk="0">
                    <a:moveTo>
                      <a:pt x="1856" y="1"/>
                    </a:moveTo>
                    <a:lnTo>
                      <a:pt x="688" y="1116"/>
                    </a:lnTo>
                    <a:lnTo>
                      <a:pt x="170" y="714"/>
                    </a:lnTo>
                    <a:lnTo>
                      <a:pt x="1" y="929"/>
                    </a:lnTo>
                    <a:lnTo>
                      <a:pt x="714" y="1482"/>
                    </a:lnTo>
                    <a:lnTo>
                      <a:pt x="2044" y="197"/>
                    </a:lnTo>
                    <a:lnTo>
                      <a:pt x="1856" y="1"/>
                    </a:lnTo>
                    <a:close/>
                  </a:path>
                </a:pathLst>
              </a:custGeom>
              <a:solidFill>
                <a:srgbClr val="FF74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3" name="Google Shape;600;p34">
            <a:extLst>
              <a:ext uri="{FF2B5EF4-FFF2-40B4-BE49-F238E27FC236}">
                <a16:creationId xmlns:a16="http://schemas.microsoft.com/office/drawing/2014/main" id="{9514F20B-E12D-1512-3AB6-AA647E091142}"/>
              </a:ext>
            </a:extLst>
          </p:cNvPr>
          <p:cNvGrpSpPr/>
          <p:nvPr/>
        </p:nvGrpSpPr>
        <p:grpSpPr>
          <a:xfrm>
            <a:off x="5859932" y="1485221"/>
            <a:ext cx="2205683" cy="642342"/>
            <a:chOff x="5632344" y="1539932"/>
            <a:chExt cx="2397697" cy="685325"/>
          </a:xfrm>
        </p:grpSpPr>
        <p:sp>
          <p:nvSpPr>
            <p:cNvPr id="324" name="Google Shape;601;p34">
              <a:extLst>
                <a:ext uri="{FF2B5EF4-FFF2-40B4-BE49-F238E27FC236}">
                  <a16:creationId xmlns:a16="http://schemas.microsoft.com/office/drawing/2014/main" id="{1740C612-35C9-4531-DF58-0C51862D58BC}"/>
                </a:ext>
              </a:extLst>
            </p:cNvPr>
            <p:cNvSpPr/>
            <p:nvPr/>
          </p:nvSpPr>
          <p:spPr>
            <a:xfrm>
              <a:off x="5632344" y="2022957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602;p34">
              <a:extLst>
                <a:ext uri="{FF2B5EF4-FFF2-40B4-BE49-F238E27FC236}">
                  <a16:creationId xmlns:a16="http://schemas.microsoft.com/office/drawing/2014/main" id="{561BBE7F-6701-E9DE-FE2D-90664E244D3B}"/>
                </a:ext>
              </a:extLst>
            </p:cNvPr>
            <p:cNvSpPr/>
            <p:nvPr/>
          </p:nvSpPr>
          <p:spPr>
            <a:xfrm>
              <a:off x="7826344" y="15399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426;p31">
            <a:extLst>
              <a:ext uri="{FF2B5EF4-FFF2-40B4-BE49-F238E27FC236}">
                <a16:creationId xmlns:a16="http://schemas.microsoft.com/office/drawing/2014/main" id="{AEE02CF2-5FC5-FD73-4AD0-74C784942217}"/>
              </a:ext>
            </a:extLst>
          </p:cNvPr>
          <p:cNvSpPr txBox="1">
            <a:spLocks/>
          </p:cNvSpPr>
          <p:nvPr/>
        </p:nvSpPr>
        <p:spPr>
          <a:xfrm>
            <a:off x="1011882" y="2120514"/>
            <a:ext cx="3540358" cy="71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ctr"/>
            <a:r>
              <a:rPr lang="en-US" sz="4000" dirty="0"/>
              <a:t>Objectives</a:t>
            </a:r>
          </a:p>
        </p:txBody>
      </p:sp>
      <p:sp>
        <p:nvSpPr>
          <p:cNvPr id="4" name="Google Shape;426;p31">
            <a:extLst>
              <a:ext uri="{FF2B5EF4-FFF2-40B4-BE49-F238E27FC236}">
                <a16:creationId xmlns:a16="http://schemas.microsoft.com/office/drawing/2014/main" id="{BDF3B93D-FA59-F57A-C8A9-CCBAE52DA1A4}"/>
              </a:ext>
            </a:extLst>
          </p:cNvPr>
          <p:cNvSpPr txBox="1">
            <a:spLocks/>
          </p:cNvSpPr>
          <p:nvPr/>
        </p:nvSpPr>
        <p:spPr>
          <a:xfrm>
            <a:off x="784371" y="6630654"/>
            <a:ext cx="7704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General Objective: </a:t>
            </a:r>
            <a:endParaRPr lang="en-PH" sz="1800" dirty="0">
              <a:effectLst/>
              <a:ea typeface="Calibri" panose="020F0502020204030204" pitchFamily="34" charset="0"/>
            </a:endParaRPr>
          </a:p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To develop a web-based system for the IAS office to gather client satisfaction feedback, streamline evaluation processes, and provide efficient survey result management for administrators. </a:t>
            </a:r>
            <a:endParaRPr lang="en-PH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Specific Objectives: </a:t>
            </a:r>
            <a:endParaRPr lang="en-PH" sz="180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1. To allow users to fill out survey forms online for client satisfaction evaluation. </a:t>
            </a:r>
            <a:endParaRPr lang="en-PH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2. To provide administrators with real-time access to survey results and analytics. </a:t>
            </a:r>
            <a:endParaRPr lang="en-PH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3. To ensure that survey responses are securely stored and easily retrievable. </a:t>
            </a:r>
            <a:endParaRPr lang="en-PH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4. To improve decision-making processes through detailed reporting of survey data. </a:t>
            </a:r>
            <a:endParaRPr lang="en-PH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5. To create a user-friendly interface for both users and administrators to enhance accessibility.</a:t>
            </a:r>
            <a:endParaRPr lang="en-PH" sz="1800" b="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21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C50EB2D6-91B4-1C37-75B5-4D0331B3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CF2C414F-4AF2-92CC-F58F-4106C97535D4}"/>
              </a:ext>
            </a:extLst>
          </p:cNvPr>
          <p:cNvSpPr/>
          <p:nvPr/>
        </p:nvSpPr>
        <p:spPr>
          <a:xfrm rot="396665">
            <a:off x="1096150" y="-6092602"/>
            <a:ext cx="3242197" cy="4246213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35;p34">
            <a:extLst>
              <a:ext uri="{FF2B5EF4-FFF2-40B4-BE49-F238E27FC236}">
                <a16:creationId xmlns:a16="http://schemas.microsoft.com/office/drawing/2014/main" id="{4A2F6292-97FB-62C1-B966-D94E4583F82C}"/>
              </a:ext>
            </a:extLst>
          </p:cNvPr>
          <p:cNvSpPr/>
          <p:nvPr/>
        </p:nvSpPr>
        <p:spPr>
          <a:xfrm>
            <a:off x="5810550" y="-5759917"/>
            <a:ext cx="2699942" cy="3602771"/>
          </a:xfrm>
          <a:custGeom>
            <a:avLst/>
            <a:gdLst/>
            <a:ahLst/>
            <a:cxnLst/>
            <a:rect l="l" t="t" r="r" b="b"/>
            <a:pathLst>
              <a:path w="11331" h="14840" extrusionOk="0">
                <a:moveTo>
                  <a:pt x="6044" y="1"/>
                </a:moveTo>
                <a:cubicBezTo>
                  <a:pt x="4913" y="1"/>
                  <a:pt x="3799" y="453"/>
                  <a:pt x="2829" y="1063"/>
                </a:cubicBezTo>
                <a:cubicBezTo>
                  <a:pt x="2392" y="1340"/>
                  <a:pt x="1964" y="1661"/>
                  <a:pt x="1678" y="2098"/>
                </a:cubicBezTo>
                <a:cubicBezTo>
                  <a:pt x="991" y="3195"/>
                  <a:pt x="1428" y="4605"/>
                  <a:pt x="1535" y="5898"/>
                </a:cubicBezTo>
                <a:cubicBezTo>
                  <a:pt x="1625" y="6960"/>
                  <a:pt x="1464" y="8040"/>
                  <a:pt x="1071" y="9030"/>
                </a:cubicBezTo>
                <a:cubicBezTo>
                  <a:pt x="706" y="9949"/>
                  <a:pt x="144" y="10814"/>
                  <a:pt x="72" y="11795"/>
                </a:cubicBezTo>
                <a:cubicBezTo>
                  <a:pt x="1" y="12759"/>
                  <a:pt x="456" y="13749"/>
                  <a:pt x="1241" y="14311"/>
                </a:cubicBezTo>
                <a:cubicBezTo>
                  <a:pt x="1727" y="14659"/>
                  <a:pt x="2330" y="14839"/>
                  <a:pt x="2930" y="14839"/>
                </a:cubicBezTo>
                <a:cubicBezTo>
                  <a:pt x="3299" y="14839"/>
                  <a:pt x="3667" y="14771"/>
                  <a:pt x="4006" y="14632"/>
                </a:cubicBezTo>
                <a:cubicBezTo>
                  <a:pt x="5362" y="14061"/>
                  <a:pt x="6058" y="12580"/>
                  <a:pt x="7066" y="11510"/>
                </a:cubicBezTo>
                <a:cubicBezTo>
                  <a:pt x="7842" y="10689"/>
                  <a:pt x="8815" y="10100"/>
                  <a:pt x="9662" y="9351"/>
                </a:cubicBezTo>
                <a:cubicBezTo>
                  <a:pt x="10510" y="8602"/>
                  <a:pt x="11250" y="7620"/>
                  <a:pt x="11286" y="6496"/>
                </a:cubicBezTo>
                <a:cubicBezTo>
                  <a:pt x="11331" y="4926"/>
                  <a:pt x="10019" y="3989"/>
                  <a:pt x="9359" y="2723"/>
                </a:cubicBezTo>
                <a:cubicBezTo>
                  <a:pt x="8663" y="1376"/>
                  <a:pt x="8333" y="251"/>
                  <a:pt x="6522" y="28"/>
                </a:cubicBezTo>
                <a:cubicBezTo>
                  <a:pt x="6363" y="10"/>
                  <a:pt x="6203" y="1"/>
                  <a:pt x="6044" y="1"/>
                </a:cubicBezTo>
                <a:close/>
              </a:path>
            </a:pathLst>
          </a:custGeom>
          <a:solidFill>
            <a:srgbClr val="E2E1EC">
              <a:alpha val="51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539;p34">
            <a:extLst>
              <a:ext uri="{FF2B5EF4-FFF2-40B4-BE49-F238E27FC236}">
                <a16:creationId xmlns:a16="http://schemas.microsoft.com/office/drawing/2014/main" id="{12CBF2FA-3DB8-F44B-9FA8-AD8B831D938B}"/>
              </a:ext>
            </a:extLst>
          </p:cNvPr>
          <p:cNvGrpSpPr/>
          <p:nvPr/>
        </p:nvGrpSpPr>
        <p:grpSpPr>
          <a:xfrm>
            <a:off x="6237004" y="-4047166"/>
            <a:ext cx="637782" cy="1723123"/>
            <a:chOff x="7363972" y="-223337"/>
            <a:chExt cx="473051" cy="1254388"/>
          </a:xfrm>
        </p:grpSpPr>
        <p:sp>
          <p:nvSpPr>
            <p:cNvPr id="7" name="Google Shape;540;p34">
              <a:extLst>
                <a:ext uri="{FF2B5EF4-FFF2-40B4-BE49-F238E27FC236}">
                  <a16:creationId xmlns:a16="http://schemas.microsoft.com/office/drawing/2014/main" id="{93950361-4E07-61A8-B537-184EF730F7E1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541;p34">
              <a:extLst>
                <a:ext uri="{FF2B5EF4-FFF2-40B4-BE49-F238E27FC236}">
                  <a16:creationId xmlns:a16="http://schemas.microsoft.com/office/drawing/2014/main" id="{B4595B50-2370-C4CC-AC40-CD488043AD09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0" name="Google Shape;542;p34">
                <a:extLst>
                  <a:ext uri="{FF2B5EF4-FFF2-40B4-BE49-F238E27FC236}">
                    <a16:creationId xmlns:a16="http://schemas.microsoft.com/office/drawing/2014/main" id="{1B194B25-A970-6695-F855-CC66658C327F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43;p34">
                <a:extLst>
                  <a:ext uri="{FF2B5EF4-FFF2-40B4-BE49-F238E27FC236}">
                    <a16:creationId xmlns:a16="http://schemas.microsoft.com/office/drawing/2014/main" id="{4EF10CB2-1C60-7B4A-9602-1B6EA538C8A6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44;p34">
                <a:extLst>
                  <a:ext uri="{FF2B5EF4-FFF2-40B4-BE49-F238E27FC236}">
                    <a16:creationId xmlns:a16="http://schemas.microsoft.com/office/drawing/2014/main" id="{6FFD49D7-00E6-80A7-0F32-CB35272ED0D4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45;p34">
                <a:extLst>
                  <a:ext uri="{FF2B5EF4-FFF2-40B4-BE49-F238E27FC236}">
                    <a16:creationId xmlns:a16="http://schemas.microsoft.com/office/drawing/2014/main" id="{13ACC1CB-9936-F6B6-F1EE-5A805949A0EB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546;p34">
              <a:extLst>
                <a:ext uri="{FF2B5EF4-FFF2-40B4-BE49-F238E27FC236}">
                  <a16:creationId xmlns:a16="http://schemas.microsoft.com/office/drawing/2014/main" id="{F576E0F8-9A48-FDC7-9224-129719D30FB8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547;p34">
            <a:extLst>
              <a:ext uri="{FF2B5EF4-FFF2-40B4-BE49-F238E27FC236}">
                <a16:creationId xmlns:a16="http://schemas.microsoft.com/office/drawing/2014/main" id="{DA449F65-E791-3332-EFDE-A81923BFB876}"/>
              </a:ext>
            </a:extLst>
          </p:cNvPr>
          <p:cNvGrpSpPr/>
          <p:nvPr/>
        </p:nvGrpSpPr>
        <p:grpSpPr>
          <a:xfrm>
            <a:off x="7763879" y="-4047166"/>
            <a:ext cx="637782" cy="1723123"/>
            <a:chOff x="7363972" y="-223337"/>
            <a:chExt cx="473051" cy="1254388"/>
          </a:xfrm>
        </p:grpSpPr>
        <p:sp>
          <p:nvSpPr>
            <p:cNvPr id="15" name="Google Shape;548;p34">
              <a:extLst>
                <a:ext uri="{FF2B5EF4-FFF2-40B4-BE49-F238E27FC236}">
                  <a16:creationId xmlns:a16="http://schemas.microsoft.com/office/drawing/2014/main" id="{A8D6A10C-C497-0869-3B69-FED55A66494C}"/>
                </a:ext>
              </a:extLst>
            </p:cNvPr>
            <p:cNvSpPr/>
            <p:nvPr/>
          </p:nvSpPr>
          <p:spPr>
            <a:xfrm>
              <a:off x="7363972" y="-223337"/>
              <a:ext cx="473051" cy="903387"/>
            </a:xfrm>
            <a:custGeom>
              <a:avLst/>
              <a:gdLst/>
              <a:ahLst/>
              <a:cxnLst/>
              <a:rect l="l" t="t" r="r" b="b"/>
              <a:pathLst>
                <a:path w="3400" h="6493" extrusionOk="0">
                  <a:moveTo>
                    <a:pt x="1926" y="0"/>
                  </a:moveTo>
                  <a:cubicBezTo>
                    <a:pt x="1775" y="0"/>
                    <a:pt x="1635" y="50"/>
                    <a:pt x="1535" y="175"/>
                  </a:cubicBezTo>
                  <a:cubicBezTo>
                    <a:pt x="1196" y="585"/>
                    <a:pt x="1169" y="1210"/>
                    <a:pt x="902" y="1665"/>
                  </a:cubicBezTo>
                  <a:cubicBezTo>
                    <a:pt x="732" y="1950"/>
                    <a:pt x="491" y="2182"/>
                    <a:pt x="304" y="2459"/>
                  </a:cubicBezTo>
                  <a:cubicBezTo>
                    <a:pt x="126" y="2726"/>
                    <a:pt x="1" y="3074"/>
                    <a:pt x="108" y="3386"/>
                  </a:cubicBezTo>
                  <a:cubicBezTo>
                    <a:pt x="215" y="3690"/>
                    <a:pt x="518" y="3886"/>
                    <a:pt x="616" y="4189"/>
                  </a:cubicBezTo>
                  <a:cubicBezTo>
                    <a:pt x="723" y="4519"/>
                    <a:pt x="554" y="4876"/>
                    <a:pt x="420" y="5197"/>
                  </a:cubicBezTo>
                  <a:cubicBezTo>
                    <a:pt x="277" y="5527"/>
                    <a:pt x="179" y="5929"/>
                    <a:pt x="393" y="6205"/>
                  </a:cubicBezTo>
                  <a:cubicBezTo>
                    <a:pt x="570" y="6447"/>
                    <a:pt x="907" y="6492"/>
                    <a:pt x="1214" y="6492"/>
                  </a:cubicBezTo>
                  <a:cubicBezTo>
                    <a:pt x="1247" y="6492"/>
                    <a:pt x="1280" y="6492"/>
                    <a:pt x="1312" y="6491"/>
                  </a:cubicBezTo>
                  <a:cubicBezTo>
                    <a:pt x="1696" y="6482"/>
                    <a:pt x="2088" y="6446"/>
                    <a:pt x="2445" y="6304"/>
                  </a:cubicBezTo>
                  <a:cubicBezTo>
                    <a:pt x="2802" y="6161"/>
                    <a:pt x="3132" y="5902"/>
                    <a:pt x="3275" y="5545"/>
                  </a:cubicBezTo>
                  <a:cubicBezTo>
                    <a:pt x="3364" y="5340"/>
                    <a:pt x="3382" y="5117"/>
                    <a:pt x="3391" y="4894"/>
                  </a:cubicBezTo>
                  <a:cubicBezTo>
                    <a:pt x="3400" y="4635"/>
                    <a:pt x="3373" y="4359"/>
                    <a:pt x="3230" y="4136"/>
                  </a:cubicBezTo>
                  <a:cubicBezTo>
                    <a:pt x="3061" y="3904"/>
                    <a:pt x="2775" y="3779"/>
                    <a:pt x="2615" y="3538"/>
                  </a:cubicBezTo>
                  <a:cubicBezTo>
                    <a:pt x="2409" y="3226"/>
                    <a:pt x="2499" y="2815"/>
                    <a:pt x="2650" y="2476"/>
                  </a:cubicBezTo>
                  <a:cubicBezTo>
                    <a:pt x="2811" y="2137"/>
                    <a:pt x="3025" y="1816"/>
                    <a:pt x="3087" y="1451"/>
                  </a:cubicBezTo>
                  <a:cubicBezTo>
                    <a:pt x="3150" y="1049"/>
                    <a:pt x="3007" y="621"/>
                    <a:pt x="2713" y="344"/>
                  </a:cubicBezTo>
                  <a:cubicBezTo>
                    <a:pt x="2527" y="170"/>
                    <a:pt x="2206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549;p34">
              <a:extLst>
                <a:ext uri="{FF2B5EF4-FFF2-40B4-BE49-F238E27FC236}">
                  <a16:creationId xmlns:a16="http://schemas.microsoft.com/office/drawing/2014/main" id="{D0CF04E0-041E-379B-8453-B0287BC9E819}"/>
                </a:ext>
              </a:extLst>
            </p:cNvPr>
            <p:cNvGrpSpPr/>
            <p:nvPr/>
          </p:nvGrpSpPr>
          <p:grpSpPr>
            <a:xfrm>
              <a:off x="7480824" y="52920"/>
              <a:ext cx="203693" cy="790830"/>
              <a:chOff x="4595979" y="4179496"/>
              <a:chExt cx="57502" cy="223253"/>
            </a:xfrm>
          </p:grpSpPr>
          <p:sp>
            <p:nvSpPr>
              <p:cNvPr id="18" name="Google Shape;550;p34">
                <a:extLst>
                  <a:ext uri="{FF2B5EF4-FFF2-40B4-BE49-F238E27FC236}">
                    <a16:creationId xmlns:a16="http://schemas.microsoft.com/office/drawing/2014/main" id="{9FBE8A81-08F1-00BC-7203-5BB42AC95A83}"/>
                  </a:ext>
                </a:extLst>
              </p:cNvPr>
              <p:cNvSpPr/>
              <p:nvPr/>
            </p:nvSpPr>
            <p:spPr>
              <a:xfrm>
                <a:off x="4624337" y="4179496"/>
                <a:ext cx="1100" cy="223253"/>
              </a:xfrm>
              <a:custGeom>
                <a:avLst/>
                <a:gdLst/>
                <a:ahLst/>
                <a:cxnLst/>
                <a:rect l="l" t="t" r="r" b="b"/>
                <a:pathLst>
                  <a:path w="28" h="5684" extrusionOk="0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5675"/>
                    </a:lnTo>
                    <a:cubicBezTo>
                      <a:pt x="1" y="5683"/>
                      <a:pt x="1" y="5683"/>
                      <a:pt x="10" y="5683"/>
                    </a:cubicBezTo>
                    <a:cubicBezTo>
                      <a:pt x="19" y="5683"/>
                      <a:pt x="28" y="5683"/>
                      <a:pt x="28" y="5675"/>
                    </a:cubicBezTo>
                    <a:lnTo>
                      <a:pt x="28" y="19"/>
                    </a:lnTo>
                    <a:cubicBezTo>
                      <a:pt x="28" y="10"/>
                      <a:pt x="19" y="1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51;p34">
                <a:extLst>
                  <a:ext uri="{FF2B5EF4-FFF2-40B4-BE49-F238E27FC236}">
                    <a16:creationId xmlns:a16="http://schemas.microsoft.com/office/drawing/2014/main" id="{A4B231A6-9315-CF2E-96A4-08D7D106BA83}"/>
                  </a:ext>
                </a:extLst>
              </p:cNvPr>
              <p:cNvSpPr/>
              <p:nvPr/>
            </p:nvSpPr>
            <p:spPr>
              <a:xfrm>
                <a:off x="4624023" y="4214452"/>
                <a:ext cx="29458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46" extrusionOk="0">
                    <a:moveTo>
                      <a:pt x="697" y="1"/>
                    </a:moveTo>
                    <a:cubicBezTo>
                      <a:pt x="524" y="1"/>
                      <a:pt x="353" y="100"/>
                      <a:pt x="196" y="297"/>
                    </a:cubicBezTo>
                    <a:cubicBezTo>
                      <a:pt x="80" y="45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cubicBezTo>
                      <a:pt x="18" y="636"/>
                      <a:pt x="18" y="645"/>
                      <a:pt x="18" y="645"/>
                    </a:cubicBezTo>
                    <a:cubicBezTo>
                      <a:pt x="27" y="645"/>
                      <a:pt x="27" y="636"/>
                      <a:pt x="36" y="636"/>
                    </a:cubicBezTo>
                    <a:cubicBezTo>
                      <a:pt x="36" y="628"/>
                      <a:pt x="282" y="35"/>
                      <a:pt x="681" y="35"/>
                    </a:cubicBezTo>
                    <a:cubicBezTo>
                      <a:pt x="698" y="35"/>
                      <a:pt x="714" y="36"/>
                      <a:pt x="732" y="39"/>
                    </a:cubicBezTo>
                    <a:cubicBezTo>
                      <a:pt x="741" y="39"/>
                      <a:pt x="749" y="30"/>
                      <a:pt x="749" y="21"/>
                    </a:cubicBezTo>
                    <a:cubicBezTo>
                      <a:pt x="749" y="12"/>
                      <a:pt x="749" y="12"/>
                      <a:pt x="741" y="3"/>
                    </a:cubicBezTo>
                    <a:cubicBezTo>
                      <a:pt x="726" y="2"/>
                      <a:pt x="712" y="1"/>
                      <a:pt x="6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52;p34">
                <a:extLst>
                  <a:ext uri="{FF2B5EF4-FFF2-40B4-BE49-F238E27FC236}">
                    <a16:creationId xmlns:a16="http://schemas.microsoft.com/office/drawing/2014/main" id="{7F928BA7-9345-FFE9-7F55-FEB00A5CF486}"/>
                  </a:ext>
                </a:extLst>
              </p:cNvPr>
              <p:cNvSpPr/>
              <p:nvPr/>
            </p:nvSpPr>
            <p:spPr>
              <a:xfrm>
                <a:off x="4624023" y="4297168"/>
                <a:ext cx="29458" cy="2498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6" extrusionOk="0">
                    <a:moveTo>
                      <a:pt x="697" y="0"/>
                    </a:moveTo>
                    <a:cubicBezTo>
                      <a:pt x="524" y="0"/>
                      <a:pt x="353" y="99"/>
                      <a:pt x="196" y="297"/>
                    </a:cubicBezTo>
                    <a:cubicBezTo>
                      <a:pt x="80" y="448"/>
                      <a:pt x="9" y="618"/>
                      <a:pt x="9" y="618"/>
                    </a:cubicBezTo>
                    <a:cubicBezTo>
                      <a:pt x="0" y="627"/>
                      <a:pt x="9" y="636"/>
                      <a:pt x="9" y="636"/>
                    </a:cubicBezTo>
                    <a:lnTo>
                      <a:pt x="18" y="636"/>
                    </a:lnTo>
                    <a:cubicBezTo>
                      <a:pt x="27" y="636"/>
                      <a:pt x="27" y="636"/>
                      <a:pt x="36" y="627"/>
                    </a:cubicBezTo>
                    <a:cubicBezTo>
                      <a:pt x="36" y="618"/>
                      <a:pt x="286" y="27"/>
                      <a:pt x="688" y="27"/>
                    </a:cubicBezTo>
                    <a:cubicBezTo>
                      <a:pt x="703" y="27"/>
                      <a:pt x="717" y="27"/>
                      <a:pt x="732" y="29"/>
                    </a:cubicBezTo>
                    <a:cubicBezTo>
                      <a:pt x="741" y="29"/>
                      <a:pt x="749" y="29"/>
                      <a:pt x="749" y="20"/>
                    </a:cubicBezTo>
                    <a:cubicBezTo>
                      <a:pt x="749" y="11"/>
                      <a:pt x="749" y="2"/>
                      <a:pt x="741" y="2"/>
                    </a:cubicBezTo>
                    <a:cubicBezTo>
                      <a:pt x="726" y="1"/>
                      <a:pt x="712" y="0"/>
                      <a:pt x="6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53;p34">
                <a:extLst>
                  <a:ext uri="{FF2B5EF4-FFF2-40B4-BE49-F238E27FC236}">
                    <a16:creationId xmlns:a16="http://schemas.microsoft.com/office/drawing/2014/main" id="{9B7E5847-93ED-8F6C-7C87-53C9254E0AF9}"/>
                  </a:ext>
                </a:extLst>
              </p:cNvPr>
              <p:cNvSpPr/>
              <p:nvPr/>
            </p:nvSpPr>
            <p:spPr>
              <a:xfrm>
                <a:off x="4595979" y="4254749"/>
                <a:ext cx="29458" cy="2502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37" extrusionOk="0">
                    <a:moveTo>
                      <a:pt x="53" y="1"/>
                    </a:moveTo>
                    <a:cubicBezTo>
                      <a:pt x="38" y="1"/>
                      <a:pt x="24" y="1"/>
                      <a:pt x="9" y="3"/>
                    </a:cubicBezTo>
                    <a:cubicBezTo>
                      <a:pt x="9" y="3"/>
                      <a:pt x="0" y="12"/>
                      <a:pt x="0" y="21"/>
                    </a:cubicBezTo>
                    <a:cubicBezTo>
                      <a:pt x="0" y="30"/>
                      <a:pt x="9" y="30"/>
                      <a:pt x="18" y="30"/>
                    </a:cubicBezTo>
                    <a:cubicBezTo>
                      <a:pt x="33" y="28"/>
                      <a:pt x="47" y="27"/>
                      <a:pt x="61" y="27"/>
                    </a:cubicBezTo>
                    <a:cubicBezTo>
                      <a:pt x="464" y="27"/>
                      <a:pt x="714" y="619"/>
                      <a:pt x="723" y="627"/>
                    </a:cubicBezTo>
                    <a:cubicBezTo>
                      <a:pt x="723" y="636"/>
                      <a:pt x="723" y="636"/>
                      <a:pt x="732" y="636"/>
                    </a:cubicBezTo>
                    <a:lnTo>
                      <a:pt x="741" y="636"/>
                    </a:lnTo>
                    <a:cubicBezTo>
                      <a:pt x="741" y="636"/>
                      <a:pt x="750" y="627"/>
                      <a:pt x="750" y="618"/>
                    </a:cubicBezTo>
                    <a:cubicBezTo>
                      <a:pt x="741" y="618"/>
                      <a:pt x="678" y="449"/>
                      <a:pt x="553" y="297"/>
                    </a:cubicBezTo>
                    <a:cubicBezTo>
                      <a:pt x="397" y="100"/>
                      <a:pt x="225" y="1"/>
                      <a:pt x="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554;p34">
              <a:extLst>
                <a:ext uri="{FF2B5EF4-FFF2-40B4-BE49-F238E27FC236}">
                  <a16:creationId xmlns:a16="http://schemas.microsoft.com/office/drawing/2014/main" id="{B0A2BA3A-8412-629B-A105-91EEB48F0837}"/>
                </a:ext>
              </a:extLst>
            </p:cNvPr>
            <p:cNvSpPr/>
            <p:nvPr/>
          </p:nvSpPr>
          <p:spPr>
            <a:xfrm>
              <a:off x="7439659" y="736786"/>
              <a:ext cx="286891" cy="294265"/>
            </a:xfrm>
            <a:custGeom>
              <a:avLst/>
              <a:gdLst/>
              <a:ahLst/>
              <a:cxnLst/>
              <a:rect l="l" t="t" r="r" b="b"/>
              <a:pathLst>
                <a:path w="2062" h="2115" extrusionOk="0">
                  <a:moveTo>
                    <a:pt x="1" y="0"/>
                  </a:moveTo>
                  <a:lnTo>
                    <a:pt x="99" y="1900"/>
                  </a:lnTo>
                  <a:cubicBezTo>
                    <a:pt x="108" y="2016"/>
                    <a:pt x="206" y="2115"/>
                    <a:pt x="322" y="2115"/>
                  </a:cubicBezTo>
                  <a:lnTo>
                    <a:pt x="1732" y="2115"/>
                  </a:lnTo>
                  <a:cubicBezTo>
                    <a:pt x="1848" y="2115"/>
                    <a:pt x="1955" y="2016"/>
                    <a:pt x="1955" y="1900"/>
                  </a:cubicBezTo>
                  <a:lnTo>
                    <a:pt x="2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555;p34">
            <a:extLst>
              <a:ext uri="{FF2B5EF4-FFF2-40B4-BE49-F238E27FC236}">
                <a16:creationId xmlns:a16="http://schemas.microsoft.com/office/drawing/2014/main" id="{4F2BB5A6-42EA-BB53-1308-869D97D911CA}"/>
              </a:ext>
            </a:extLst>
          </p:cNvPr>
          <p:cNvGrpSpPr/>
          <p:nvPr/>
        </p:nvGrpSpPr>
        <p:grpSpPr>
          <a:xfrm>
            <a:off x="6137945" y="-5463516"/>
            <a:ext cx="2133222" cy="3139401"/>
            <a:chOff x="7890333" y="3420911"/>
            <a:chExt cx="479382" cy="692423"/>
          </a:xfrm>
        </p:grpSpPr>
        <p:sp>
          <p:nvSpPr>
            <p:cNvPr id="23" name="Google Shape;556;p34">
              <a:extLst>
                <a:ext uri="{FF2B5EF4-FFF2-40B4-BE49-F238E27FC236}">
                  <a16:creationId xmlns:a16="http://schemas.microsoft.com/office/drawing/2014/main" id="{4AD2E315-E9CB-96BB-4702-8790DA8942B0}"/>
                </a:ext>
              </a:extLst>
            </p:cNvPr>
            <p:cNvSpPr/>
            <p:nvPr/>
          </p:nvSpPr>
          <p:spPr>
            <a:xfrm>
              <a:off x="7890333" y="3420911"/>
              <a:ext cx="479382" cy="692423"/>
            </a:xfrm>
            <a:custGeom>
              <a:avLst/>
              <a:gdLst/>
              <a:ahLst/>
              <a:cxnLst/>
              <a:rect l="l" t="t" r="r" b="b"/>
              <a:pathLst>
                <a:path w="12205" h="17629" extrusionOk="0">
                  <a:moveTo>
                    <a:pt x="6637" y="1"/>
                  </a:moveTo>
                  <a:cubicBezTo>
                    <a:pt x="6557" y="1"/>
                    <a:pt x="6307" y="54"/>
                    <a:pt x="6138" y="152"/>
                  </a:cubicBezTo>
                  <a:cubicBezTo>
                    <a:pt x="6102" y="126"/>
                    <a:pt x="6057" y="108"/>
                    <a:pt x="6031" y="90"/>
                  </a:cubicBezTo>
                  <a:cubicBezTo>
                    <a:pt x="5918" y="37"/>
                    <a:pt x="5795" y="8"/>
                    <a:pt x="5670" y="8"/>
                  </a:cubicBezTo>
                  <a:cubicBezTo>
                    <a:pt x="5627" y="8"/>
                    <a:pt x="5583" y="12"/>
                    <a:pt x="5540" y="19"/>
                  </a:cubicBezTo>
                  <a:cubicBezTo>
                    <a:pt x="5379" y="45"/>
                    <a:pt x="5219" y="135"/>
                    <a:pt x="5139" y="277"/>
                  </a:cubicBezTo>
                  <a:cubicBezTo>
                    <a:pt x="5067" y="420"/>
                    <a:pt x="5094" y="625"/>
                    <a:pt x="5237" y="715"/>
                  </a:cubicBezTo>
                  <a:cubicBezTo>
                    <a:pt x="5290" y="741"/>
                    <a:pt x="5353" y="759"/>
                    <a:pt x="5415" y="768"/>
                  </a:cubicBezTo>
                  <a:cubicBezTo>
                    <a:pt x="5469" y="777"/>
                    <a:pt x="5522" y="777"/>
                    <a:pt x="5585" y="777"/>
                  </a:cubicBezTo>
                  <a:lnTo>
                    <a:pt x="5558" y="1071"/>
                  </a:lnTo>
                  <a:cubicBezTo>
                    <a:pt x="5558" y="1071"/>
                    <a:pt x="5549" y="1071"/>
                    <a:pt x="5549" y="1080"/>
                  </a:cubicBezTo>
                  <a:cubicBezTo>
                    <a:pt x="5540" y="1089"/>
                    <a:pt x="5540" y="1107"/>
                    <a:pt x="5549" y="1116"/>
                  </a:cubicBezTo>
                  <a:cubicBezTo>
                    <a:pt x="5549" y="1116"/>
                    <a:pt x="5549" y="1116"/>
                    <a:pt x="5558" y="1125"/>
                  </a:cubicBezTo>
                  <a:lnTo>
                    <a:pt x="5504" y="1821"/>
                  </a:lnTo>
                  <a:cubicBezTo>
                    <a:pt x="5478" y="2124"/>
                    <a:pt x="5710" y="2392"/>
                    <a:pt x="6013" y="2418"/>
                  </a:cubicBezTo>
                  <a:lnTo>
                    <a:pt x="6022" y="2418"/>
                  </a:lnTo>
                  <a:lnTo>
                    <a:pt x="6013" y="2561"/>
                  </a:lnTo>
                  <a:lnTo>
                    <a:pt x="5986" y="2936"/>
                  </a:lnTo>
                  <a:lnTo>
                    <a:pt x="5959" y="2936"/>
                  </a:lnTo>
                  <a:cubicBezTo>
                    <a:pt x="5959" y="2936"/>
                    <a:pt x="5925" y="2934"/>
                    <a:pt x="5867" y="2934"/>
                  </a:cubicBezTo>
                  <a:cubicBezTo>
                    <a:pt x="5779" y="2934"/>
                    <a:pt x="5638" y="2938"/>
                    <a:pt x="5478" y="2954"/>
                  </a:cubicBezTo>
                  <a:cubicBezTo>
                    <a:pt x="5299" y="2972"/>
                    <a:pt x="5103" y="3007"/>
                    <a:pt x="4933" y="3088"/>
                  </a:cubicBezTo>
                  <a:cubicBezTo>
                    <a:pt x="4755" y="3132"/>
                    <a:pt x="4496" y="3275"/>
                    <a:pt x="4345" y="3667"/>
                  </a:cubicBezTo>
                  <a:cubicBezTo>
                    <a:pt x="4139" y="4220"/>
                    <a:pt x="3435" y="5487"/>
                    <a:pt x="3194" y="5907"/>
                  </a:cubicBezTo>
                  <a:cubicBezTo>
                    <a:pt x="3042" y="5755"/>
                    <a:pt x="2890" y="5657"/>
                    <a:pt x="2890" y="5657"/>
                  </a:cubicBezTo>
                  <a:lnTo>
                    <a:pt x="1222" y="4220"/>
                  </a:lnTo>
                  <a:lnTo>
                    <a:pt x="1187" y="4256"/>
                  </a:lnTo>
                  <a:cubicBezTo>
                    <a:pt x="1124" y="4185"/>
                    <a:pt x="1080" y="4096"/>
                    <a:pt x="1071" y="4006"/>
                  </a:cubicBezTo>
                  <a:cubicBezTo>
                    <a:pt x="1053" y="3926"/>
                    <a:pt x="1062" y="3837"/>
                    <a:pt x="1026" y="3765"/>
                  </a:cubicBezTo>
                  <a:cubicBezTo>
                    <a:pt x="999" y="3721"/>
                    <a:pt x="964" y="3685"/>
                    <a:pt x="928" y="3650"/>
                  </a:cubicBezTo>
                  <a:cubicBezTo>
                    <a:pt x="794" y="3525"/>
                    <a:pt x="660" y="3418"/>
                    <a:pt x="509" y="3319"/>
                  </a:cubicBezTo>
                  <a:cubicBezTo>
                    <a:pt x="490" y="3307"/>
                    <a:pt x="466" y="3294"/>
                    <a:pt x="445" y="3294"/>
                  </a:cubicBezTo>
                  <a:cubicBezTo>
                    <a:pt x="436" y="3294"/>
                    <a:pt x="427" y="3296"/>
                    <a:pt x="419" y="3302"/>
                  </a:cubicBezTo>
                  <a:cubicBezTo>
                    <a:pt x="393" y="3319"/>
                    <a:pt x="384" y="3346"/>
                    <a:pt x="393" y="3373"/>
                  </a:cubicBezTo>
                  <a:cubicBezTo>
                    <a:pt x="410" y="3400"/>
                    <a:pt x="428" y="3426"/>
                    <a:pt x="446" y="3444"/>
                  </a:cubicBezTo>
                  <a:cubicBezTo>
                    <a:pt x="482" y="3471"/>
                    <a:pt x="509" y="3498"/>
                    <a:pt x="544" y="3534"/>
                  </a:cubicBezTo>
                  <a:cubicBezTo>
                    <a:pt x="571" y="3551"/>
                    <a:pt x="598" y="3587"/>
                    <a:pt x="589" y="3623"/>
                  </a:cubicBezTo>
                  <a:cubicBezTo>
                    <a:pt x="580" y="3650"/>
                    <a:pt x="553" y="3658"/>
                    <a:pt x="535" y="3667"/>
                  </a:cubicBezTo>
                  <a:cubicBezTo>
                    <a:pt x="473" y="3703"/>
                    <a:pt x="419" y="3757"/>
                    <a:pt x="366" y="3810"/>
                  </a:cubicBezTo>
                  <a:cubicBezTo>
                    <a:pt x="348" y="3837"/>
                    <a:pt x="321" y="3864"/>
                    <a:pt x="321" y="3899"/>
                  </a:cubicBezTo>
                  <a:cubicBezTo>
                    <a:pt x="321" y="3917"/>
                    <a:pt x="330" y="3944"/>
                    <a:pt x="339" y="3962"/>
                  </a:cubicBezTo>
                  <a:cubicBezTo>
                    <a:pt x="375" y="4033"/>
                    <a:pt x="428" y="4087"/>
                    <a:pt x="491" y="4140"/>
                  </a:cubicBezTo>
                  <a:cubicBezTo>
                    <a:pt x="633" y="4256"/>
                    <a:pt x="848" y="4292"/>
                    <a:pt x="955" y="4452"/>
                  </a:cubicBezTo>
                  <a:cubicBezTo>
                    <a:pt x="964" y="4461"/>
                    <a:pt x="972" y="4470"/>
                    <a:pt x="981" y="4479"/>
                  </a:cubicBezTo>
                  <a:lnTo>
                    <a:pt x="964" y="4488"/>
                  </a:lnTo>
                  <a:lnTo>
                    <a:pt x="2659" y="6397"/>
                  </a:lnTo>
                  <a:cubicBezTo>
                    <a:pt x="2659" y="6397"/>
                    <a:pt x="2881" y="6721"/>
                    <a:pt x="3140" y="6721"/>
                  </a:cubicBezTo>
                  <a:cubicBezTo>
                    <a:pt x="3224" y="6721"/>
                    <a:pt x="3313" y="6686"/>
                    <a:pt x="3399" y="6593"/>
                  </a:cubicBezTo>
                  <a:cubicBezTo>
                    <a:pt x="3417" y="6585"/>
                    <a:pt x="3426" y="6567"/>
                    <a:pt x="3435" y="6549"/>
                  </a:cubicBezTo>
                  <a:cubicBezTo>
                    <a:pt x="3533" y="6442"/>
                    <a:pt x="3649" y="6263"/>
                    <a:pt x="3836" y="6040"/>
                  </a:cubicBezTo>
                  <a:cubicBezTo>
                    <a:pt x="3970" y="5862"/>
                    <a:pt x="4220" y="5532"/>
                    <a:pt x="4470" y="5148"/>
                  </a:cubicBezTo>
                  <a:lnTo>
                    <a:pt x="4470" y="5148"/>
                  </a:lnTo>
                  <a:cubicBezTo>
                    <a:pt x="4425" y="6094"/>
                    <a:pt x="4389" y="7209"/>
                    <a:pt x="4362" y="7967"/>
                  </a:cubicBezTo>
                  <a:lnTo>
                    <a:pt x="1356" y="6799"/>
                  </a:lnTo>
                  <a:lnTo>
                    <a:pt x="1338" y="6799"/>
                  </a:lnTo>
                  <a:lnTo>
                    <a:pt x="607" y="6763"/>
                  </a:lnTo>
                  <a:lnTo>
                    <a:pt x="0" y="6736"/>
                  </a:lnTo>
                  <a:lnTo>
                    <a:pt x="464" y="7129"/>
                  </a:lnTo>
                  <a:lnTo>
                    <a:pt x="1026" y="7593"/>
                  </a:lnTo>
                  <a:lnTo>
                    <a:pt x="1044" y="7610"/>
                  </a:lnTo>
                  <a:lnTo>
                    <a:pt x="4550" y="8984"/>
                  </a:lnTo>
                  <a:lnTo>
                    <a:pt x="4354" y="16540"/>
                  </a:lnTo>
                  <a:lnTo>
                    <a:pt x="4452" y="16540"/>
                  </a:lnTo>
                  <a:lnTo>
                    <a:pt x="4452" y="16692"/>
                  </a:lnTo>
                  <a:lnTo>
                    <a:pt x="4416" y="16692"/>
                  </a:lnTo>
                  <a:cubicBezTo>
                    <a:pt x="4416" y="16692"/>
                    <a:pt x="3792" y="17183"/>
                    <a:pt x="3542" y="17218"/>
                  </a:cubicBezTo>
                  <a:cubicBezTo>
                    <a:pt x="3310" y="17245"/>
                    <a:pt x="2971" y="17388"/>
                    <a:pt x="2882" y="17557"/>
                  </a:cubicBezTo>
                  <a:cubicBezTo>
                    <a:pt x="2873" y="17584"/>
                    <a:pt x="2864" y="17602"/>
                    <a:pt x="2864" y="17629"/>
                  </a:cubicBezTo>
                  <a:lnTo>
                    <a:pt x="4380" y="17629"/>
                  </a:lnTo>
                  <a:lnTo>
                    <a:pt x="4425" y="17557"/>
                  </a:lnTo>
                  <a:lnTo>
                    <a:pt x="4505" y="17450"/>
                  </a:lnTo>
                  <a:lnTo>
                    <a:pt x="4585" y="17450"/>
                  </a:lnTo>
                  <a:lnTo>
                    <a:pt x="4585" y="17557"/>
                  </a:lnTo>
                  <a:lnTo>
                    <a:pt x="4585" y="17629"/>
                  </a:lnTo>
                  <a:lnTo>
                    <a:pt x="4951" y="17629"/>
                  </a:lnTo>
                  <a:lnTo>
                    <a:pt x="4951" y="17557"/>
                  </a:lnTo>
                  <a:lnTo>
                    <a:pt x="4951" y="16692"/>
                  </a:lnTo>
                  <a:lnTo>
                    <a:pt x="4916" y="16692"/>
                  </a:lnTo>
                  <a:lnTo>
                    <a:pt x="4916" y="16540"/>
                  </a:lnTo>
                  <a:lnTo>
                    <a:pt x="5040" y="16540"/>
                  </a:lnTo>
                  <a:lnTo>
                    <a:pt x="5924" y="9894"/>
                  </a:lnTo>
                  <a:lnTo>
                    <a:pt x="7244" y="16540"/>
                  </a:lnTo>
                  <a:lnTo>
                    <a:pt x="7315" y="16540"/>
                  </a:lnTo>
                  <a:lnTo>
                    <a:pt x="7315" y="16692"/>
                  </a:lnTo>
                  <a:lnTo>
                    <a:pt x="7280" y="16692"/>
                  </a:lnTo>
                  <a:lnTo>
                    <a:pt x="7280" y="17557"/>
                  </a:lnTo>
                  <a:lnTo>
                    <a:pt x="7280" y="17629"/>
                  </a:lnTo>
                  <a:lnTo>
                    <a:pt x="7645" y="17629"/>
                  </a:lnTo>
                  <a:lnTo>
                    <a:pt x="7645" y="17557"/>
                  </a:lnTo>
                  <a:lnTo>
                    <a:pt x="7645" y="17450"/>
                  </a:lnTo>
                  <a:lnTo>
                    <a:pt x="7726" y="17450"/>
                  </a:lnTo>
                  <a:lnTo>
                    <a:pt x="7806" y="17557"/>
                  </a:lnTo>
                  <a:lnTo>
                    <a:pt x="7851" y="17629"/>
                  </a:lnTo>
                  <a:lnTo>
                    <a:pt x="9367" y="17629"/>
                  </a:lnTo>
                  <a:cubicBezTo>
                    <a:pt x="9367" y="17602"/>
                    <a:pt x="9358" y="17584"/>
                    <a:pt x="9349" y="17557"/>
                  </a:cubicBezTo>
                  <a:cubicBezTo>
                    <a:pt x="9260" y="17388"/>
                    <a:pt x="8921" y="17245"/>
                    <a:pt x="8698" y="17218"/>
                  </a:cubicBezTo>
                  <a:cubicBezTo>
                    <a:pt x="8439" y="17183"/>
                    <a:pt x="7815" y="16692"/>
                    <a:pt x="7815" y="16692"/>
                  </a:cubicBezTo>
                  <a:lnTo>
                    <a:pt x="7788" y="16692"/>
                  </a:lnTo>
                  <a:lnTo>
                    <a:pt x="7788" y="16540"/>
                  </a:lnTo>
                  <a:lnTo>
                    <a:pt x="7851" y="16540"/>
                  </a:lnTo>
                  <a:lnTo>
                    <a:pt x="7378" y="10082"/>
                  </a:lnTo>
                  <a:lnTo>
                    <a:pt x="11490" y="11687"/>
                  </a:lnTo>
                  <a:lnTo>
                    <a:pt x="11883" y="11839"/>
                  </a:lnTo>
                  <a:lnTo>
                    <a:pt x="12043" y="11429"/>
                  </a:lnTo>
                  <a:lnTo>
                    <a:pt x="12204" y="11027"/>
                  </a:lnTo>
                  <a:lnTo>
                    <a:pt x="11812" y="10876"/>
                  </a:lnTo>
                  <a:lnTo>
                    <a:pt x="11249" y="10653"/>
                  </a:lnTo>
                  <a:lnTo>
                    <a:pt x="8761" y="9680"/>
                  </a:lnTo>
                  <a:cubicBezTo>
                    <a:pt x="8734" y="9600"/>
                    <a:pt x="8689" y="9520"/>
                    <a:pt x="8618" y="9457"/>
                  </a:cubicBezTo>
                  <a:cubicBezTo>
                    <a:pt x="8582" y="9412"/>
                    <a:pt x="8555" y="9350"/>
                    <a:pt x="8555" y="9279"/>
                  </a:cubicBezTo>
                  <a:lnTo>
                    <a:pt x="8555" y="9279"/>
                  </a:lnTo>
                  <a:lnTo>
                    <a:pt x="8627" y="9288"/>
                  </a:lnTo>
                  <a:lnTo>
                    <a:pt x="8645" y="9216"/>
                  </a:lnTo>
                  <a:lnTo>
                    <a:pt x="9171" y="6932"/>
                  </a:lnTo>
                  <a:cubicBezTo>
                    <a:pt x="9171" y="6932"/>
                    <a:pt x="9233" y="6781"/>
                    <a:pt x="9224" y="6611"/>
                  </a:cubicBezTo>
                  <a:cubicBezTo>
                    <a:pt x="9233" y="6469"/>
                    <a:pt x="9126" y="6237"/>
                    <a:pt x="9028" y="5853"/>
                  </a:cubicBezTo>
                  <a:cubicBezTo>
                    <a:pt x="8894" y="5353"/>
                    <a:pt x="8386" y="3846"/>
                    <a:pt x="7824" y="3275"/>
                  </a:cubicBezTo>
                  <a:cubicBezTo>
                    <a:pt x="7761" y="3159"/>
                    <a:pt x="7628" y="3034"/>
                    <a:pt x="7333" y="3025"/>
                  </a:cubicBezTo>
                  <a:cubicBezTo>
                    <a:pt x="7297" y="3025"/>
                    <a:pt x="7262" y="3016"/>
                    <a:pt x="7235" y="3016"/>
                  </a:cubicBezTo>
                  <a:cubicBezTo>
                    <a:pt x="7128" y="3016"/>
                    <a:pt x="7021" y="3007"/>
                    <a:pt x="6914" y="2998"/>
                  </a:cubicBezTo>
                  <a:lnTo>
                    <a:pt x="6816" y="2998"/>
                  </a:lnTo>
                  <a:lnTo>
                    <a:pt x="6869" y="2374"/>
                  </a:lnTo>
                  <a:cubicBezTo>
                    <a:pt x="6950" y="2311"/>
                    <a:pt x="7021" y="2240"/>
                    <a:pt x="7066" y="2151"/>
                  </a:cubicBezTo>
                  <a:lnTo>
                    <a:pt x="7173" y="2151"/>
                  </a:lnTo>
                  <a:cubicBezTo>
                    <a:pt x="7178" y="2151"/>
                    <a:pt x="7184" y="2151"/>
                    <a:pt x="7189" y="2151"/>
                  </a:cubicBezTo>
                  <a:cubicBezTo>
                    <a:pt x="7315" y="2151"/>
                    <a:pt x="7414" y="2056"/>
                    <a:pt x="7422" y="1928"/>
                  </a:cubicBezTo>
                  <a:lnTo>
                    <a:pt x="7485" y="777"/>
                  </a:lnTo>
                  <a:cubicBezTo>
                    <a:pt x="7485" y="732"/>
                    <a:pt x="7476" y="697"/>
                    <a:pt x="7458" y="661"/>
                  </a:cubicBezTo>
                  <a:cubicBezTo>
                    <a:pt x="7431" y="491"/>
                    <a:pt x="7387" y="331"/>
                    <a:pt x="7271" y="215"/>
                  </a:cubicBezTo>
                  <a:cubicBezTo>
                    <a:pt x="7110" y="37"/>
                    <a:pt x="6869" y="10"/>
                    <a:pt x="6637" y="1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557;p34">
              <a:extLst>
                <a:ext uri="{FF2B5EF4-FFF2-40B4-BE49-F238E27FC236}">
                  <a16:creationId xmlns:a16="http://schemas.microsoft.com/office/drawing/2014/main" id="{71A2EDEB-ED0F-15D2-9814-0AC947562F10}"/>
                </a:ext>
              </a:extLst>
            </p:cNvPr>
            <p:cNvGrpSpPr/>
            <p:nvPr/>
          </p:nvGrpSpPr>
          <p:grpSpPr>
            <a:xfrm>
              <a:off x="7890341" y="3420911"/>
              <a:ext cx="479370" cy="692405"/>
              <a:chOff x="8409253" y="3420911"/>
              <a:chExt cx="479370" cy="692405"/>
            </a:xfrm>
          </p:grpSpPr>
          <p:sp>
            <p:nvSpPr>
              <p:cNvPr id="25" name="Google Shape;558;p34">
                <a:extLst>
                  <a:ext uri="{FF2B5EF4-FFF2-40B4-BE49-F238E27FC236}">
                    <a16:creationId xmlns:a16="http://schemas.microsoft.com/office/drawing/2014/main" id="{510F487B-D4AB-85F2-A300-77F4A2EBC807}"/>
                  </a:ext>
                </a:extLst>
              </p:cNvPr>
              <p:cNvSpPr/>
              <p:nvPr/>
            </p:nvSpPr>
            <p:spPr>
              <a:xfrm>
                <a:off x="8643655" y="3476290"/>
                <a:ext cx="37864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839" extrusionOk="0">
                    <a:moveTo>
                      <a:pt x="134" y="0"/>
                    </a:moveTo>
                    <a:lnTo>
                      <a:pt x="0" y="1767"/>
                    </a:lnTo>
                    <a:lnTo>
                      <a:pt x="830" y="1838"/>
                    </a:lnTo>
                    <a:lnTo>
                      <a:pt x="964" y="72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59;p34">
                <a:extLst>
                  <a:ext uri="{FF2B5EF4-FFF2-40B4-BE49-F238E27FC236}">
                    <a16:creationId xmlns:a16="http://schemas.microsoft.com/office/drawing/2014/main" id="{60ADC257-CFC5-2BA0-01E6-4E8A6171F98C}"/>
                  </a:ext>
                </a:extLst>
              </p:cNvPr>
              <p:cNvSpPr/>
              <p:nvPr/>
            </p:nvSpPr>
            <p:spPr>
              <a:xfrm>
                <a:off x="8645737" y="3440824"/>
                <a:ext cx="57149" cy="63590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619" extrusionOk="0">
                    <a:moveTo>
                      <a:pt x="730" y="1"/>
                    </a:moveTo>
                    <a:cubicBezTo>
                      <a:pt x="367" y="1"/>
                      <a:pt x="62" y="295"/>
                      <a:pt x="37" y="662"/>
                    </a:cubicBezTo>
                    <a:lnTo>
                      <a:pt x="28" y="886"/>
                    </a:lnTo>
                    <a:cubicBezTo>
                      <a:pt x="1" y="1269"/>
                      <a:pt x="304" y="1599"/>
                      <a:pt x="688" y="1617"/>
                    </a:cubicBezTo>
                    <a:cubicBezTo>
                      <a:pt x="704" y="1618"/>
                      <a:pt x="719" y="1619"/>
                      <a:pt x="735" y="1619"/>
                    </a:cubicBezTo>
                    <a:cubicBezTo>
                      <a:pt x="1098" y="1619"/>
                      <a:pt x="1403" y="1325"/>
                      <a:pt x="1428" y="957"/>
                    </a:cubicBezTo>
                    <a:lnTo>
                      <a:pt x="1437" y="734"/>
                    </a:lnTo>
                    <a:cubicBezTo>
                      <a:pt x="1455" y="350"/>
                      <a:pt x="1161" y="20"/>
                      <a:pt x="777" y="2"/>
                    </a:cubicBezTo>
                    <a:cubicBezTo>
                      <a:pt x="761" y="1"/>
                      <a:pt x="745" y="1"/>
                      <a:pt x="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60;p34">
                <a:extLst>
                  <a:ext uri="{FF2B5EF4-FFF2-40B4-BE49-F238E27FC236}">
                    <a16:creationId xmlns:a16="http://schemas.microsoft.com/office/drawing/2014/main" id="{D350013F-5FA1-B2FC-5127-96ADAF789C69}"/>
                  </a:ext>
                </a:extLst>
              </p:cNvPr>
              <p:cNvSpPr/>
              <p:nvPr/>
            </p:nvSpPr>
            <p:spPr>
              <a:xfrm>
                <a:off x="8624371" y="3431005"/>
                <a:ext cx="68736" cy="86411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200" extrusionOk="0">
                    <a:moveTo>
                      <a:pt x="656" y="0"/>
                    </a:moveTo>
                    <a:cubicBezTo>
                      <a:pt x="366" y="0"/>
                      <a:pt x="124" y="224"/>
                      <a:pt x="99" y="520"/>
                    </a:cubicBezTo>
                    <a:lnTo>
                      <a:pt x="18" y="1564"/>
                    </a:lnTo>
                    <a:cubicBezTo>
                      <a:pt x="1" y="1867"/>
                      <a:pt x="233" y="2135"/>
                      <a:pt x="536" y="2161"/>
                    </a:cubicBezTo>
                    <a:lnTo>
                      <a:pt x="1044" y="2197"/>
                    </a:lnTo>
                    <a:cubicBezTo>
                      <a:pt x="1061" y="2199"/>
                      <a:pt x="1077" y="2199"/>
                      <a:pt x="1093" y="2199"/>
                    </a:cubicBezTo>
                    <a:cubicBezTo>
                      <a:pt x="1384" y="2199"/>
                      <a:pt x="1626" y="1976"/>
                      <a:pt x="1651" y="1689"/>
                    </a:cubicBezTo>
                    <a:lnTo>
                      <a:pt x="1678" y="1314"/>
                    </a:lnTo>
                    <a:lnTo>
                      <a:pt x="1731" y="645"/>
                    </a:lnTo>
                    <a:cubicBezTo>
                      <a:pt x="1749" y="333"/>
                      <a:pt x="1517" y="65"/>
                      <a:pt x="1214" y="38"/>
                    </a:cubicBezTo>
                    <a:lnTo>
                      <a:pt x="705" y="3"/>
                    </a:lnTo>
                    <a:cubicBezTo>
                      <a:pt x="689" y="1"/>
                      <a:pt x="673" y="0"/>
                      <a:pt x="656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61;p34">
                <a:extLst>
                  <a:ext uri="{FF2B5EF4-FFF2-40B4-BE49-F238E27FC236}">
                    <a16:creationId xmlns:a16="http://schemas.microsoft.com/office/drawing/2014/main" id="{9707FD3A-9922-C5E0-6CB1-D4C7FBA606D3}"/>
                  </a:ext>
                </a:extLst>
              </p:cNvPr>
              <p:cNvSpPr/>
              <p:nvPr/>
            </p:nvSpPr>
            <p:spPr>
              <a:xfrm>
                <a:off x="8729160" y="3773888"/>
                <a:ext cx="23841" cy="45208"/>
              </a:xfrm>
              <a:custGeom>
                <a:avLst/>
                <a:gdLst/>
                <a:ahLst/>
                <a:cxnLst/>
                <a:rect l="l" t="t" r="r" b="b"/>
                <a:pathLst>
                  <a:path w="607" h="1151" extrusionOk="0">
                    <a:moveTo>
                      <a:pt x="362" y="1"/>
                    </a:moveTo>
                    <a:cubicBezTo>
                      <a:pt x="223" y="1"/>
                      <a:pt x="61" y="600"/>
                      <a:pt x="36" y="693"/>
                    </a:cubicBezTo>
                    <a:cubicBezTo>
                      <a:pt x="18" y="756"/>
                      <a:pt x="0" y="827"/>
                      <a:pt x="45" y="872"/>
                    </a:cubicBezTo>
                    <a:cubicBezTo>
                      <a:pt x="57" y="878"/>
                      <a:pt x="70" y="884"/>
                      <a:pt x="82" y="884"/>
                    </a:cubicBezTo>
                    <a:cubicBezTo>
                      <a:pt x="88" y="884"/>
                      <a:pt x="93" y="883"/>
                      <a:pt x="98" y="880"/>
                    </a:cubicBezTo>
                    <a:cubicBezTo>
                      <a:pt x="107" y="872"/>
                      <a:pt x="116" y="863"/>
                      <a:pt x="125" y="845"/>
                    </a:cubicBezTo>
                    <a:cubicBezTo>
                      <a:pt x="134" y="809"/>
                      <a:pt x="134" y="764"/>
                      <a:pt x="143" y="720"/>
                    </a:cubicBezTo>
                    <a:cubicBezTo>
                      <a:pt x="152" y="684"/>
                      <a:pt x="178" y="640"/>
                      <a:pt x="214" y="631"/>
                    </a:cubicBezTo>
                    <a:cubicBezTo>
                      <a:pt x="259" y="702"/>
                      <a:pt x="277" y="782"/>
                      <a:pt x="277" y="863"/>
                    </a:cubicBezTo>
                    <a:cubicBezTo>
                      <a:pt x="277" y="916"/>
                      <a:pt x="259" y="970"/>
                      <a:pt x="268" y="1023"/>
                    </a:cubicBezTo>
                    <a:cubicBezTo>
                      <a:pt x="277" y="1086"/>
                      <a:pt x="303" y="1139"/>
                      <a:pt x="357" y="1148"/>
                    </a:cubicBezTo>
                    <a:cubicBezTo>
                      <a:pt x="365" y="1150"/>
                      <a:pt x="372" y="1150"/>
                      <a:pt x="380" y="1150"/>
                    </a:cubicBezTo>
                    <a:cubicBezTo>
                      <a:pt x="417" y="1150"/>
                      <a:pt x="452" y="1133"/>
                      <a:pt x="482" y="1103"/>
                    </a:cubicBezTo>
                    <a:cubicBezTo>
                      <a:pt x="509" y="1068"/>
                      <a:pt x="526" y="1014"/>
                      <a:pt x="535" y="979"/>
                    </a:cubicBezTo>
                    <a:cubicBezTo>
                      <a:pt x="571" y="863"/>
                      <a:pt x="607" y="738"/>
                      <a:pt x="562" y="631"/>
                    </a:cubicBezTo>
                    <a:cubicBezTo>
                      <a:pt x="509" y="497"/>
                      <a:pt x="410" y="434"/>
                      <a:pt x="410" y="274"/>
                    </a:cubicBezTo>
                    <a:cubicBezTo>
                      <a:pt x="410" y="211"/>
                      <a:pt x="464" y="51"/>
                      <a:pt x="384" y="6"/>
                    </a:cubicBezTo>
                    <a:cubicBezTo>
                      <a:pt x="376" y="3"/>
                      <a:pt x="369" y="1"/>
                      <a:pt x="362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62;p34">
                <a:extLst>
                  <a:ext uri="{FF2B5EF4-FFF2-40B4-BE49-F238E27FC236}">
                    <a16:creationId xmlns:a16="http://schemas.microsoft.com/office/drawing/2014/main" id="{F9C9692C-3A59-AAFF-92F7-5159BDF7B93A}"/>
                  </a:ext>
                </a:extLst>
              </p:cNvPr>
              <p:cNvSpPr/>
              <p:nvPr/>
            </p:nvSpPr>
            <p:spPr>
              <a:xfrm>
                <a:off x="8421861" y="3550287"/>
                <a:ext cx="42066" cy="5129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306" extrusionOk="0">
                    <a:moveTo>
                      <a:pt x="124" y="0"/>
                    </a:moveTo>
                    <a:cubicBezTo>
                      <a:pt x="115" y="0"/>
                      <a:pt x="106" y="2"/>
                      <a:pt x="98" y="8"/>
                    </a:cubicBezTo>
                    <a:cubicBezTo>
                      <a:pt x="72" y="17"/>
                      <a:pt x="63" y="52"/>
                      <a:pt x="72" y="79"/>
                    </a:cubicBezTo>
                    <a:cubicBezTo>
                      <a:pt x="81" y="106"/>
                      <a:pt x="107" y="132"/>
                      <a:pt x="125" y="150"/>
                    </a:cubicBezTo>
                    <a:cubicBezTo>
                      <a:pt x="161" y="177"/>
                      <a:pt x="188" y="204"/>
                      <a:pt x="214" y="240"/>
                    </a:cubicBezTo>
                    <a:cubicBezTo>
                      <a:pt x="241" y="257"/>
                      <a:pt x="277" y="293"/>
                      <a:pt x="259" y="329"/>
                    </a:cubicBezTo>
                    <a:cubicBezTo>
                      <a:pt x="250" y="356"/>
                      <a:pt x="232" y="364"/>
                      <a:pt x="214" y="373"/>
                    </a:cubicBezTo>
                    <a:cubicBezTo>
                      <a:pt x="152" y="409"/>
                      <a:pt x="89" y="463"/>
                      <a:pt x="45" y="516"/>
                    </a:cubicBezTo>
                    <a:cubicBezTo>
                      <a:pt x="18" y="534"/>
                      <a:pt x="0" y="570"/>
                      <a:pt x="0" y="605"/>
                    </a:cubicBezTo>
                    <a:cubicBezTo>
                      <a:pt x="0" y="623"/>
                      <a:pt x="9" y="650"/>
                      <a:pt x="18" y="668"/>
                    </a:cubicBezTo>
                    <a:cubicBezTo>
                      <a:pt x="54" y="739"/>
                      <a:pt x="107" y="793"/>
                      <a:pt x="161" y="846"/>
                    </a:cubicBezTo>
                    <a:cubicBezTo>
                      <a:pt x="313" y="962"/>
                      <a:pt x="518" y="998"/>
                      <a:pt x="634" y="1158"/>
                    </a:cubicBezTo>
                    <a:cubicBezTo>
                      <a:pt x="669" y="1212"/>
                      <a:pt x="723" y="1265"/>
                      <a:pt x="759" y="1301"/>
                    </a:cubicBezTo>
                    <a:cubicBezTo>
                      <a:pt x="761" y="1304"/>
                      <a:pt x="765" y="1305"/>
                      <a:pt x="769" y="1305"/>
                    </a:cubicBezTo>
                    <a:cubicBezTo>
                      <a:pt x="790" y="1305"/>
                      <a:pt x="824" y="1272"/>
                      <a:pt x="839" y="1257"/>
                    </a:cubicBezTo>
                    <a:cubicBezTo>
                      <a:pt x="883" y="1239"/>
                      <a:pt x="1071" y="1167"/>
                      <a:pt x="1026" y="1132"/>
                    </a:cubicBezTo>
                    <a:cubicBezTo>
                      <a:pt x="937" y="1034"/>
                      <a:pt x="928" y="1025"/>
                      <a:pt x="875" y="971"/>
                    </a:cubicBezTo>
                    <a:cubicBezTo>
                      <a:pt x="812" y="900"/>
                      <a:pt x="759" y="810"/>
                      <a:pt x="741" y="712"/>
                    </a:cubicBezTo>
                    <a:cubicBezTo>
                      <a:pt x="732" y="632"/>
                      <a:pt x="741" y="543"/>
                      <a:pt x="696" y="471"/>
                    </a:cubicBezTo>
                    <a:cubicBezTo>
                      <a:pt x="678" y="427"/>
                      <a:pt x="643" y="391"/>
                      <a:pt x="607" y="356"/>
                    </a:cubicBezTo>
                    <a:cubicBezTo>
                      <a:pt x="473" y="231"/>
                      <a:pt x="339" y="124"/>
                      <a:pt x="188" y="25"/>
                    </a:cubicBezTo>
                    <a:cubicBezTo>
                      <a:pt x="169" y="13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63;p34">
                <a:extLst>
                  <a:ext uri="{FF2B5EF4-FFF2-40B4-BE49-F238E27FC236}">
                    <a16:creationId xmlns:a16="http://schemas.microsoft.com/office/drawing/2014/main" id="{A14C5F29-A1DF-57B4-B560-C5FD3539B186}"/>
                  </a:ext>
                </a:extLst>
              </p:cNvPr>
              <p:cNvSpPr/>
              <p:nvPr/>
            </p:nvSpPr>
            <p:spPr>
              <a:xfrm>
                <a:off x="8696561" y="4056875"/>
                <a:ext cx="18264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65" h="732" extrusionOk="0">
                    <a:moveTo>
                      <a:pt x="0" y="0"/>
                    </a:moveTo>
                    <a:lnTo>
                      <a:pt x="0" y="732"/>
                    </a:lnTo>
                    <a:lnTo>
                      <a:pt x="464" y="732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64;p34">
                <a:extLst>
                  <a:ext uri="{FF2B5EF4-FFF2-40B4-BE49-F238E27FC236}">
                    <a16:creationId xmlns:a16="http://schemas.microsoft.com/office/drawing/2014/main" id="{E2190ACC-3C3C-DB93-231C-6E39BDDC5D1A}"/>
                  </a:ext>
                </a:extLst>
              </p:cNvPr>
              <p:cNvSpPr/>
              <p:nvPr/>
            </p:nvSpPr>
            <p:spPr>
              <a:xfrm>
                <a:off x="8695147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" y="0"/>
                    </a:moveTo>
                    <a:lnTo>
                      <a:pt x="1" y="937"/>
                    </a:lnTo>
                    <a:lnTo>
                      <a:pt x="366" y="937"/>
                    </a:lnTo>
                    <a:lnTo>
                      <a:pt x="366" y="758"/>
                    </a:lnTo>
                    <a:lnTo>
                      <a:pt x="447" y="758"/>
                    </a:lnTo>
                    <a:lnTo>
                      <a:pt x="527" y="865"/>
                    </a:lnTo>
                    <a:lnTo>
                      <a:pt x="572" y="937"/>
                    </a:lnTo>
                    <a:lnTo>
                      <a:pt x="2088" y="937"/>
                    </a:lnTo>
                    <a:cubicBezTo>
                      <a:pt x="2088" y="910"/>
                      <a:pt x="2079" y="892"/>
                      <a:pt x="2070" y="865"/>
                    </a:cubicBezTo>
                    <a:cubicBezTo>
                      <a:pt x="1981" y="696"/>
                      <a:pt x="1642" y="553"/>
                      <a:pt x="1410" y="526"/>
                    </a:cubicBezTo>
                    <a:cubicBezTo>
                      <a:pt x="1160" y="491"/>
                      <a:pt x="536" y="0"/>
                      <a:pt x="5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65;p34">
                <a:extLst>
                  <a:ext uri="{FF2B5EF4-FFF2-40B4-BE49-F238E27FC236}">
                    <a16:creationId xmlns:a16="http://schemas.microsoft.com/office/drawing/2014/main" id="{23050C51-9C89-EEF0-B017-AB1A8B5DF8D9}"/>
                  </a:ext>
                </a:extLst>
              </p:cNvPr>
              <p:cNvSpPr/>
              <p:nvPr/>
            </p:nvSpPr>
            <p:spPr>
              <a:xfrm>
                <a:off x="8715846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0" y="0"/>
                    </a:moveTo>
                    <a:lnTo>
                      <a:pt x="45" y="72"/>
                    </a:lnTo>
                    <a:lnTo>
                      <a:pt x="1561" y="72"/>
                    </a:lnTo>
                    <a:cubicBezTo>
                      <a:pt x="1561" y="45"/>
                      <a:pt x="1552" y="27"/>
                      <a:pt x="1543" y="0"/>
                    </a:cubicBez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66;p34">
                <a:extLst>
                  <a:ext uri="{FF2B5EF4-FFF2-40B4-BE49-F238E27FC236}">
                    <a16:creationId xmlns:a16="http://schemas.microsoft.com/office/drawing/2014/main" id="{847FB703-0652-CD6D-37D6-63962C8CFAB2}"/>
                  </a:ext>
                </a:extLst>
              </p:cNvPr>
              <p:cNvSpPr/>
              <p:nvPr/>
            </p:nvSpPr>
            <p:spPr>
              <a:xfrm>
                <a:off x="8695147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67;p34">
                <a:extLst>
                  <a:ext uri="{FF2B5EF4-FFF2-40B4-BE49-F238E27FC236}">
                    <a16:creationId xmlns:a16="http://schemas.microsoft.com/office/drawing/2014/main" id="{E5B83C4B-7431-4E1D-FCA3-D8F266AADC6C}"/>
                  </a:ext>
                </a:extLst>
              </p:cNvPr>
              <p:cNvSpPr/>
              <p:nvPr/>
            </p:nvSpPr>
            <p:spPr>
              <a:xfrm>
                <a:off x="8583720" y="4056875"/>
                <a:ext cx="18618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474" h="732" extrusionOk="0">
                    <a:moveTo>
                      <a:pt x="1" y="0"/>
                    </a:moveTo>
                    <a:lnTo>
                      <a:pt x="1" y="732"/>
                    </a:lnTo>
                    <a:lnTo>
                      <a:pt x="474" y="732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68;p34">
                <a:extLst>
                  <a:ext uri="{FF2B5EF4-FFF2-40B4-BE49-F238E27FC236}">
                    <a16:creationId xmlns:a16="http://schemas.microsoft.com/office/drawing/2014/main" id="{CC709D4A-9CC1-3C63-8C46-0C1DB1615202}"/>
                  </a:ext>
                </a:extLst>
              </p:cNvPr>
              <p:cNvSpPr/>
              <p:nvPr/>
            </p:nvSpPr>
            <p:spPr>
              <a:xfrm>
                <a:off x="8579517" y="3536148"/>
                <a:ext cx="139867" cy="237668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6051" extrusionOk="0">
                    <a:moveTo>
                      <a:pt x="1532" y="0"/>
                    </a:moveTo>
                    <a:cubicBezTo>
                      <a:pt x="1445" y="0"/>
                      <a:pt x="1303" y="4"/>
                      <a:pt x="1143" y="20"/>
                    </a:cubicBezTo>
                    <a:cubicBezTo>
                      <a:pt x="768" y="64"/>
                      <a:pt x="304" y="180"/>
                      <a:pt x="242" y="546"/>
                    </a:cubicBezTo>
                    <a:cubicBezTo>
                      <a:pt x="135" y="1170"/>
                      <a:pt x="1" y="5899"/>
                      <a:pt x="1" y="5899"/>
                    </a:cubicBezTo>
                    <a:lnTo>
                      <a:pt x="3105" y="6050"/>
                    </a:lnTo>
                    <a:lnTo>
                      <a:pt x="3212" y="6050"/>
                    </a:lnTo>
                    <a:lnTo>
                      <a:pt x="3462" y="1724"/>
                    </a:lnTo>
                    <a:lnTo>
                      <a:pt x="3533" y="546"/>
                    </a:lnTo>
                    <a:cubicBezTo>
                      <a:pt x="3533" y="546"/>
                      <a:pt x="3560" y="118"/>
                      <a:pt x="2989" y="91"/>
                    </a:cubicBezTo>
                    <a:cubicBezTo>
                      <a:pt x="2963" y="91"/>
                      <a:pt x="2927" y="82"/>
                      <a:pt x="2891" y="82"/>
                    </a:cubicBezTo>
                    <a:cubicBezTo>
                      <a:pt x="2338" y="55"/>
                      <a:pt x="1624" y="2"/>
                      <a:pt x="1624" y="2"/>
                    </a:cubicBezTo>
                    <a:cubicBezTo>
                      <a:pt x="1624" y="2"/>
                      <a:pt x="1590" y="0"/>
                      <a:pt x="1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69;p34">
                <a:extLst>
                  <a:ext uri="{FF2B5EF4-FFF2-40B4-BE49-F238E27FC236}">
                    <a16:creationId xmlns:a16="http://schemas.microsoft.com/office/drawing/2014/main" id="{A8695791-F6EB-FEDE-1A7A-D409E8F69571}"/>
                  </a:ext>
                </a:extLst>
              </p:cNvPr>
              <p:cNvSpPr/>
              <p:nvPr/>
            </p:nvSpPr>
            <p:spPr>
              <a:xfrm>
                <a:off x="8580224" y="3730998"/>
                <a:ext cx="137393" cy="339593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8646" extrusionOk="0">
                    <a:moveTo>
                      <a:pt x="224" y="1"/>
                    </a:moveTo>
                    <a:lnTo>
                      <a:pt x="1" y="8645"/>
                    </a:lnTo>
                    <a:lnTo>
                      <a:pt x="679" y="8645"/>
                    </a:lnTo>
                    <a:lnTo>
                      <a:pt x="1571" y="1999"/>
                    </a:lnTo>
                    <a:lnTo>
                      <a:pt x="2882" y="8645"/>
                    </a:lnTo>
                    <a:lnTo>
                      <a:pt x="3498" y="8645"/>
                    </a:lnTo>
                    <a:lnTo>
                      <a:pt x="2864" y="135"/>
                    </a:lnTo>
                    <a:lnTo>
                      <a:pt x="2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70;p34">
                <a:extLst>
                  <a:ext uri="{FF2B5EF4-FFF2-40B4-BE49-F238E27FC236}">
                    <a16:creationId xmlns:a16="http://schemas.microsoft.com/office/drawing/2014/main" id="{9747A556-EF3B-6C64-04C6-1691B9D03647}"/>
                  </a:ext>
                </a:extLst>
              </p:cNvPr>
              <p:cNvSpPr/>
              <p:nvPr/>
            </p:nvSpPr>
            <p:spPr>
              <a:xfrm>
                <a:off x="8521702" y="4076513"/>
                <a:ext cx="82051" cy="3680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937" extrusionOk="0">
                    <a:moveTo>
                      <a:pt x="1553" y="0"/>
                    </a:moveTo>
                    <a:cubicBezTo>
                      <a:pt x="1553" y="0"/>
                      <a:pt x="929" y="491"/>
                      <a:pt x="670" y="526"/>
                    </a:cubicBezTo>
                    <a:cubicBezTo>
                      <a:pt x="447" y="553"/>
                      <a:pt x="108" y="696"/>
                      <a:pt x="19" y="865"/>
                    </a:cubicBezTo>
                    <a:cubicBezTo>
                      <a:pt x="10" y="892"/>
                      <a:pt x="1" y="910"/>
                      <a:pt x="1" y="937"/>
                    </a:cubicBezTo>
                    <a:lnTo>
                      <a:pt x="1517" y="937"/>
                    </a:lnTo>
                    <a:lnTo>
                      <a:pt x="1562" y="865"/>
                    </a:lnTo>
                    <a:lnTo>
                      <a:pt x="1642" y="758"/>
                    </a:lnTo>
                    <a:lnTo>
                      <a:pt x="1723" y="758"/>
                    </a:lnTo>
                    <a:lnTo>
                      <a:pt x="1723" y="937"/>
                    </a:lnTo>
                    <a:lnTo>
                      <a:pt x="2088" y="937"/>
                    </a:lnTo>
                    <a:lnTo>
                      <a:pt x="20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71;p34">
                <a:extLst>
                  <a:ext uri="{FF2B5EF4-FFF2-40B4-BE49-F238E27FC236}">
                    <a16:creationId xmlns:a16="http://schemas.microsoft.com/office/drawing/2014/main" id="{849C06AF-77D2-F71C-7EE4-5A8E7F1B41B3}"/>
                  </a:ext>
                </a:extLst>
              </p:cNvPr>
              <p:cNvSpPr/>
              <p:nvPr/>
            </p:nvSpPr>
            <p:spPr>
              <a:xfrm>
                <a:off x="8521702" y="4110487"/>
                <a:ext cx="61351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72" extrusionOk="0">
                    <a:moveTo>
                      <a:pt x="19" y="0"/>
                    </a:moveTo>
                    <a:cubicBezTo>
                      <a:pt x="10" y="27"/>
                      <a:pt x="1" y="45"/>
                      <a:pt x="1" y="72"/>
                    </a:cubicBezTo>
                    <a:lnTo>
                      <a:pt x="1517" y="72"/>
                    </a:lnTo>
                    <a:lnTo>
                      <a:pt x="1562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72;p34">
                <a:extLst>
                  <a:ext uri="{FF2B5EF4-FFF2-40B4-BE49-F238E27FC236}">
                    <a16:creationId xmlns:a16="http://schemas.microsoft.com/office/drawing/2014/main" id="{F68A171D-05DD-0124-7C05-38F33B180D40}"/>
                  </a:ext>
                </a:extLst>
              </p:cNvPr>
              <p:cNvSpPr/>
              <p:nvPr/>
            </p:nvSpPr>
            <p:spPr>
              <a:xfrm>
                <a:off x="8589336" y="4110487"/>
                <a:ext cx="14415" cy="2828"/>
              </a:xfrm>
              <a:custGeom>
                <a:avLst/>
                <a:gdLst/>
                <a:ahLst/>
                <a:cxnLst/>
                <a:rect l="l" t="t" r="r" b="b"/>
                <a:pathLst>
                  <a:path w="367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366" y="7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73;p34">
                <a:extLst>
                  <a:ext uri="{FF2B5EF4-FFF2-40B4-BE49-F238E27FC236}">
                    <a16:creationId xmlns:a16="http://schemas.microsoft.com/office/drawing/2014/main" id="{C3053A86-911E-C285-B50C-F3B6F4512A08}"/>
                  </a:ext>
                </a:extLst>
              </p:cNvPr>
              <p:cNvSpPr/>
              <p:nvPr/>
            </p:nvSpPr>
            <p:spPr>
              <a:xfrm>
                <a:off x="8587922" y="3768154"/>
                <a:ext cx="107974" cy="10212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260" extrusionOk="0">
                    <a:moveTo>
                      <a:pt x="1" y="1"/>
                    </a:moveTo>
                    <a:lnTo>
                      <a:pt x="1" y="143"/>
                    </a:lnTo>
                    <a:lnTo>
                      <a:pt x="2749" y="259"/>
                    </a:lnTo>
                    <a:lnTo>
                      <a:pt x="2749" y="259"/>
                    </a:lnTo>
                    <a:lnTo>
                      <a:pt x="2740" y="1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639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74;p34">
                <a:extLst>
                  <a:ext uri="{FF2B5EF4-FFF2-40B4-BE49-F238E27FC236}">
                    <a16:creationId xmlns:a16="http://schemas.microsoft.com/office/drawing/2014/main" id="{A6615FA9-42BB-7B61-46CD-2EEC9CA85122}"/>
                  </a:ext>
                </a:extLst>
              </p:cNvPr>
              <p:cNvSpPr/>
              <p:nvPr/>
            </p:nvSpPr>
            <p:spPr>
              <a:xfrm>
                <a:off x="8519974" y="3541332"/>
                <a:ext cx="101297" cy="142224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3621" extrusionOk="0">
                    <a:moveTo>
                      <a:pt x="2210" y="1"/>
                    </a:moveTo>
                    <a:cubicBezTo>
                      <a:pt x="2199" y="1"/>
                      <a:pt x="2188" y="2"/>
                      <a:pt x="2177" y="4"/>
                    </a:cubicBezTo>
                    <a:cubicBezTo>
                      <a:pt x="1998" y="39"/>
                      <a:pt x="1695" y="155"/>
                      <a:pt x="1526" y="601"/>
                    </a:cubicBezTo>
                    <a:cubicBezTo>
                      <a:pt x="1276" y="1262"/>
                      <a:pt x="303" y="2974"/>
                      <a:pt x="303" y="2974"/>
                    </a:cubicBezTo>
                    <a:cubicBezTo>
                      <a:pt x="303" y="2974"/>
                      <a:pt x="0" y="3438"/>
                      <a:pt x="268" y="3581"/>
                    </a:cubicBezTo>
                    <a:cubicBezTo>
                      <a:pt x="318" y="3608"/>
                      <a:pt x="362" y="3621"/>
                      <a:pt x="402" y="3621"/>
                    </a:cubicBezTo>
                    <a:cubicBezTo>
                      <a:pt x="574" y="3621"/>
                      <a:pt x="684" y="3380"/>
                      <a:pt x="1017" y="2974"/>
                    </a:cubicBezTo>
                    <a:cubicBezTo>
                      <a:pt x="1392" y="2502"/>
                      <a:pt x="2578" y="833"/>
                      <a:pt x="2391" y="137"/>
                    </a:cubicBezTo>
                    <a:cubicBezTo>
                      <a:pt x="2367" y="59"/>
                      <a:pt x="2295" y="1"/>
                      <a:pt x="2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75;p34">
                <a:extLst>
                  <a:ext uri="{FF2B5EF4-FFF2-40B4-BE49-F238E27FC236}">
                    <a16:creationId xmlns:a16="http://schemas.microsoft.com/office/drawing/2014/main" id="{D6B3AF4D-A515-ED66-42E9-48F11FF5CD57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09349" cy="98233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2501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1687" y="2177"/>
                    </a:lnTo>
                    <a:cubicBezTo>
                      <a:pt x="1687" y="2177"/>
                      <a:pt x="1914" y="2501"/>
                      <a:pt x="2175" y="2501"/>
                    </a:cubicBezTo>
                    <a:cubicBezTo>
                      <a:pt x="2261" y="2501"/>
                      <a:pt x="2350" y="2466"/>
                      <a:pt x="2436" y="2373"/>
                    </a:cubicBezTo>
                    <a:cubicBezTo>
                      <a:pt x="2784" y="1999"/>
                      <a:pt x="1919" y="1437"/>
                      <a:pt x="1919" y="1437"/>
                    </a:cubicBez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76;p34">
                <a:extLst>
                  <a:ext uri="{FF2B5EF4-FFF2-40B4-BE49-F238E27FC236}">
                    <a16:creationId xmlns:a16="http://schemas.microsoft.com/office/drawing/2014/main" id="{606BFA5A-25C0-1F6B-86D7-462AE4433A09}"/>
                  </a:ext>
                </a:extLst>
              </p:cNvPr>
              <p:cNvSpPr/>
              <p:nvPr/>
            </p:nvSpPr>
            <p:spPr>
              <a:xfrm>
                <a:off x="8689884" y="3541450"/>
                <a:ext cx="86607" cy="148076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3770" extrusionOk="0">
                    <a:moveTo>
                      <a:pt x="334" y="1"/>
                    </a:moveTo>
                    <a:cubicBezTo>
                      <a:pt x="263" y="1"/>
                      <a:pt x="196" y="36"/>
                      <a:pt x="161" y="99"/>
                    </a:cubicBezTo>
                    <a:cubicBezTo>
                      <a:pt x="81" y="259"/>
                      <a:pt x="1" y="581"/>
                      <a:pt x="269" y="982"/>
                    </a:cubicBezTo>
                    <a:cubicBezTo>
                      <a:pt x="652" y="1571"/>
                      <a:pt x="1464" y="3364"/>
                      <a:pt x="1464" y="3364"/>
                    </a:cubicBezTo>
                    <a:cubicBezTo>
                      <a:pt x="1464" y="3364"/>
                      <a:pt x="1618" y="3770"/>
                      <a:pt x="1845" y="3770"/>
                    </a:cubicBezTo>
                    <a:cubicBezTo>
                      <a:pt x="1874" y="3770"/>
                      <a:pt x="1905" y="3763"/>
                      <a:pt x="1937" y="3747"/>
                    </a:cubicBezTo>
                    <a:cubicBezTo>
                      <a:pt x="2204" y="3614"/>
                      <a:pt x="2044" y="3408"/>
                      <a:pt x="1883" y="2784"/>
                    </a:cubicBezTo>
                    <a:cubicBezTo>
                      <a:pt x="1723" y="2204"/>
                      <a:pt x="1071" y="259"/>
                      <a:pt x="393" y="10"/>
                    </a:cubicBezTo>
                    <a:cubicBezTo>
                      <a:pt x="374" y="4"/>
                      <a:pt x="353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77;p34">
                <a:extLst>
                  <a:ext uri="{FF2B5EF4-FFF2-40B4-BE49-F238E27FC236}">
                    <a16:creationId xmlns:a16="http://schemas.microsoft.com/office/drawing/2014/main" id="{6948F09D-BEBC-2A32-A315-F3365D554883}"/>
                  </a:ext>
                </a:extLst>
              </p:cNvPr>
              <p:cNvSpPr/>
              <p:nvPr/>
            </p:nvSpPr>
            <p:spPr>
              <a:xfrm>
                <a:off x="8734384" y="3665642"/>
                <a:ext cx="43834" cy="120071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3057" extrusionOk="0">
                    <a:moveTo>
                      <a:pt x="589" y="1"/>
                    </a:moveTo>
                    <a:cubicBezTo>
                      <a:pt x="164" y="1"/>
                      <a:pt x="197" y="916"/>
                      <a:pt x="197" y="916"/>
                    </a:cubicBezTo>
                    <a:lnTo>
                      <a:pt x="1" y="3003"/>
                    </a:lnTo>
                    <a:lnTo>
                      <a:pt x="349" y="3057"/>
                    </a:lnTo>
                    <a:lnTo>
                      <a:pt x="893" y="701"/>
                    </a:lnTo>
                    <a:cubicBezTo>
                      <a:pt x="893" y="701"/>
                      <a:pt x="1116" y="86"/>
                      <a:pt x="643" y="6"/>
                    </a:cubicBezTo>
                    <a:cubicBezTo>
                      <a:pt x="624" y="2"/>
                      <a:pt x="606" y="1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78;p34">
                <a:extLst>
                  <a:ext uri="{FF2B5EF4-FFF2-40B4-BE49-F238E27FC236}">
                    <a16:creationId xmlns:a16="http://schemas.microsoft.com/office/drawing/2014/main" id="{34477972-C942-8195-07AF-90458533A6F3}"/>
                  </a:ext>
                </a:extLst>
              </p:cNvPr>
              <p:cNvSpPr/>
              <p:nvPr/>
            </p:nvSpPr>
            <p:spPr>
              <a:xfrm>
                <a:off x="8624371" y="3536148"/>
                <a:ext cx="68736" cy="107306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2732" extrusionOk="0">
                    <a:moveTo>
                      <a:pt x="390" y="0"/>
                    </a:moveTo>
                    <a:cubicBezTo>
                      <a:pt x="303" y="0"/>
                      <a:pt x="161" y="4"/>
                      <a:pt x="1" y="20"/>
                    </a:cubicBezTo>
                    <a:lnTo>
                      <a:pt x="375" y="2241"/>
                    </a:lnTo>
                    <a:lnTo>
                      <a:pt x="465" y="2732"/>
                    </a:lnTo>
                    <a:lnTo>
                      <a:pt x="705" y="2223"/>
                    </a:lnTo>
                    <a:lnTo>
                      <a:pt x="1749" y="82"/>
                    </a:lnTo>
                    <a:cubicBezTo>
                      <a:pt x="1553" y="73"/>
                      <a:pt x="1330" y="64"/>
                      <a:pt x="1125" y="46"/>
                    </a:cubicBezTo>
                    <a:cubicBezTo>
                      <a:pt x="982" y="38"/>
                      <a:pt x="848" y="29"/>
                      <a:pt x="741" y="20"/>
                    </a:cubicBezTo>
                    <a:cubicBezTo>
                      <a:pt x="589" y="11"/>
                      <a:pt x="482" y="2"/>
                      <a:pt x="482" y="2"/>
                    </a:cubicBezTo>
                    <a:cubicBezTo>
                      <a:pt x="482" y="2"/>
                      <a:pt x="448" y="0"/>
                      <a:pt x="3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79;p34">
                <a:extLst>
                  <a:ext uri="{FF2B5EF4-FFF2-40B4-BE49-F238E27FC236}">
                    <a16:creationId xmlns:a16="http://schemas.microsoft.com/office/drawing/2014/main" id="{665E174D-1FFC-E28C-00DF-8F8E194C7A9F}"/>
                  </a:ext>
                </a:extLst>
              </p:cNvPr>
              <p:cNvSpPr/>
              <p:nvPr/>
            </p:nvSpPr>
            <p:spPr>
              <a:xfrm>
                <a:off x="8639099" y="3536894"/>
                <a:ext cx="29458" cy="10656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713" extrusionOk="0">
                    <a:moveTo>
                      <a:pt x="366" y="1"/>
                    </a:moveTo>
                    <a:lnTo>
                      <a:pt x="446" y="197"/>
                    </a:lnTo>
                    <a:lnTo>
                      <a:pt x="0" y="2222"/>
                    </a:lnTo>
                    <a:lnTo>
                      <a:pt x="90" y="2713"/>
                    </a:lnTo>
                    <a:lnTo>
                      <a:pt x="330" y="2204"/>
                    </a:lnTo>
                    <a:lnTo>
                      <a:pt x="589" y="197"/>
                    </a:lnTo>
                    <a:lnTo>
                      <a:pt x="750" y="27"/>
                    </a:lnTo>
                    <a:cubicBezTo>
                      <a:pt x="607" y="19"/>
                      <a:pt x="473" y="10"/>
                      <a:pt x="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80;p34">
                <a:extLst>
                  <a:ext uri="{FF2B5EF4-FFF2-40B4-BE49-F238E27FC236}">
                    <a16:creationId xmlns:a16="http://schemas.microsoft.com/office/drawing/2014/main" id="{4D404670-05E5-BAF0-D3A0-2967D445622D}"/>
                  </a:ext>
                </a:extLst>
              </p:cNvPr>
              <p:cNvSpPr/>
              <p:nvPr/>
            </p:nvSpPr>
            <p:spPr>
              <a:xfrm>
                <a:off x="8628220" y="3431005"/>
                <a:ext cx="64886" cy="5161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314" extrusionOk="0">
                    <a:moveTo>
                      <a:pt x="558" y="0"/>
                    </a:moveTo>
                    <a:cubicBezTo>
                      <a:pt x="268" y="0"/>
                      <a:pt x="26" y="224"/>
                      <a:pt x="1" y="520"/>
                    </a:cubicBezTo>
                    <a:cubicBezTo>
                      <a:pt x="280" y="570"/>
                      <a:pt x="564" y="602"/>
                      <a:pt x="853" y="602"/>
                    </a:cubicBezTo>
                    <a:cubicBezTo>
                      <a:pt x="978" y="602"/>
                      <a:pt x="1105" y="596"/>
                      <a:pt x="1232" y="582"/>
                    </a:cubicBezTo>
                    <a:lnTo>
                      <a:pt x="1232" y="582"/>
                    </a:lnTo>
                    <a:cubicBezTo>
                      <a:pt x="1223" y="868"/>
                      <a:pt x="1330" y="1109"/>
                      <a:pt x="1580" y="1314"/>
                    </a:cubicBezTo>
                    <a:lnTo>
                      <a:pt x="1633" y="645"/>
                    </a:lnTo>
                    <a:cubicBezTo>
                      <a:pt x="1651" y="333"/>
                      <a:pt x="1419" y="65"/>
                      <a:pt x="1116" y="38"/>
                    </a:cubicBezTo>
                    <a:lnTo>
                      <a:pt x="607" y="3"/>
                    </a:lnTo>
                    <a:cubicBezTo>
                      <a:pt x="591" y="1"/>
                      <a:pt x="575" y="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81;p34">
                <a:extLst>
                  <a:ext uri="{FF2B5EF4-FFF2-40B4-BE49-F238E27FC236}">
                    <a16:creationId xmlns:a16="http://schemas.microsoft.com/office/drawing/2014/main" id="{E3BF55C6-65F0-D308-4015-207475DAB12D}"/>
                  </a:ext>
                </a:extLst>
              </p:cNvPr>
              <p:cNvSpPr/>
              <p:nvPr/>
            </p:nvSpPr>
            <p:spPr>
              <a:xfrm>
                <a:off x="8608267" y="3421225"/>
                <a:ext cx="51532" cy="30283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771" extrusionOk="0">
                    <a:moveTo>
                      <a:pt x="599" y="0"/>
                    </a:moveTo>
                    <a:cubicBezTo>
                      <a:pt x="556" y="0"/>
                      <a:pt x="514" y="4"/>
                      <a:pt x="473" y="11"/>
                    </a:cubicBezTo>
                    <a:cubicBezTo>
                      <a:pt x="313" y="37"/>
                      <a:pt x="152" y="127"/>
                      <a:pt x="72" y="269"/>
                    </a:cubicBezTo>
                    <a:cubicBezTo>
                      <a:pt x="0" y="412"/>
                      <a:pt x="27" y="617"/>
                      <a:pt x="170" y="707"/>
                    </a:cubicBezTo>
                    <a:cubicBezTo>
                      <a:pt x="223" y="733"/>
                      <a:pt x="286" y="751"/>
                      <a:pt x="348" y="760"/>
                    </a:cubicBezTo>
                    <a:cubicBezTo>
                      <a:pt x="396" y="767"/>
                      <a:pt x="444" y="771"/>
                      <a:pt x="493" y="771"/>
                    </a:cubicBezTo>
                    <a:cubicBezTo>
                      <a:pt x="626" y="771"/>
                      <a:pt x="759" y="746"/>
                      <a:pt x="883" y="707"/>
                    </a:cubicBezTo>
                    <a:cubicBezTo>
                      <a:pt x="999" y="671"/>
                      <a:pt x="1312" y="564"/>
                      <a:pt x="1312" y="430"/>
                    </a:cubicBezTo>
                    <a:cubicBezTo>
                      <a:pt x="1312" y="287"/>
                      <a:pt x="1071" y="136"/>
                      <a:pt x="964" y="82"/>
                    </a:cubicBezTo>
                    <a:cubicBezTo>
                      <a:pt x="851" y="29"/>
                      <a:pt x="723" y="0"/>
                      <a:pt x="5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82;p34">
                <a:extLst>
                  <a:ext uri="{FF2B5EF4-FFF2-40B4-BE49-F238E27FC236}">
                    <a16:creationId xmlns:a16="http://schemas.microsoft.com/office/drawing/2014/main" id="{5C2DEACE-5E0B-B19E-0A1B-86A5CEFFBC47}"/>
                  </a:ext>
                </a:extLst>
              </p:cNvPr>
              <p:cNvSpPr/>
              <p:nvPr/>
            </p:nvSpPr>
            <p:spPr>
              <a:xfrm>
                <a:off x="8636625" y="3420911"/>
                <a:ext cx="66615" cy="6606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82" extrusionOk="0">
                    <a:moveTo>
                      <a:pt x="848" y="1"/>
                    </a:moveTo>
                    <a:cubicBezTo>
                      <a:pt x="706" y="1"/>
                      <a:pt x="1" y="170"/>
                      <a:pt x="224" y="465"/>
                    </a:cubicBezTo>
                    <a:cubicBezTo>
                      <a:pt x="313" y="581"/>
                      <a:pt x="563" y="599"/>
                      <a:pt x="688" y="643"/>
                    </a:cubicBezTo>
                    <a:cubicBezTo>
                      <a:pt x="822" y="688"/>
                      <a:pt x="964" y="750"/>
                      <a:pt x="1054" y="884"/>
                    </a:cubicBezTo>
                    <a:cubicBezTo>
                      <a:pt x="1161" y="1027"/>
                      <a:pt x="1187" y="1223"/>
                      <a:pt x="1205" y="1410"/>
                    </a:cubicBezTo>
                    <a:cubicBezTo>
                      <a:pt x="1205" y="1517"/>
                      <a:pt x="1223" y="1642"/>
                      <a:pt x="1312" y="1678"/>
                    </a:cubicBezTo>
                    <a:cubicBezTo>
                      <a:pt x="1323" y="1681"/>
                      <a:pt x="1332" y="1682"/>
                      <a:pt x="1342" y="1682"/>
                    </a:cubicBezTo>
                    <a:cubicBezTo>
                      <a:pt x="1364" y="1682"/>
                      <a:pt x="1383" y="1675"/>
                      <a:pt x="1401" y="1669"/>
                    </a:cubicBezTo>
                    <a:cubicBezTo>
                      <a:pt x="1509" y="1633"/>
                      <a:pt x="1580" y="1535"/>
                      <a:pt x="1625" y="1428"/>
                    </a:cubicBezTo>
                    <a:cubicBezTo>
                      <a:pt x="1660" y="1312"/>
                      <a:pt x="1669" y="1196"/>
                      <a:pt x="1678" y="1071"/>
                    </a:cubicBezTo>
                    <a:cubicBezTo>
                      <a:pt x="1696" y="768"/>
                      <a:pt x="1678" y="420"/>
                      <a:pt x="1482" y="215"/>
                    </a:cubicBezTo>
                    <a:cubicBezTo>
                      <a:pt x="1321" y="37"/>
                      <a:pt x="1071" y="10"/>
                      <a:pt x="8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83;p34">
                <a:extLst>
                  <a:ext uri="{FF2B5EF4-FFF2-40B4-BE49-F238E27FC236}">
                    <a16:creationId xmlns:a16="http://schemas.microsoft.com/office/drawing/2014/main" id="{647E525C-68D9-5B68-DE06-044B68A26461}"/>
                  </a:ext>
                </a:extLst>
              </p:cNvPr>
              <p:cNvSpPr/>
              <p:nvPr/>
            </p:nvSpPr>
            <p:spPr>
              <a:xfrm>
                <a:off x="8675548" y="3467178"/>
                <a:ext cx="1685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29" extrusionOk="0">
                    <a:moveTo>
                      <a:pt x="223" y="0"/>
                    </a:moveTo>
                    <a:cubicBezTo>
                      <a:pt x="107" y="0"/>
                      <a:pt x="9" y="90"/>
                      <a:pt x="9" y="206"/>
                    </a:cubicBezTo>
                    <a:cubicBezTo>
                      <a:pt x="0" y="322"/>
                      <a:pt x="89" y="420"/>
                      <a:pt x="205" y="429"/>
                    </a:cubicBezTo>
                    <a:cubicBezTo>
                      <a:pt x="321" y="429"/>
                      <a:pt x="419" y="339"/>
                      <a:pt x="428" y="223"/>
                    </a:cubicBezTo>
                    <a:cubicBezTo>
                      <a:pt x="428" y="107"/>
                      <a:pt x="339" y="9"/>
                      <a:pt x="223" y="0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84;p34">
                <a:extLst>
                  <a:ext uri="{FF2B5EF4-FFF2-40B4-BE49-F238E27FC236}">
                    <a16:creationId xmlns:a16="http://schemas.microsoft.com/office/drawing/2014/main" id="{BEAC969C-E52F-2371-AF6B-1DA1FBF21F8E}"/>
                  </a:ext>
                </a:extLst>
              </p:cNvPr>
              <p:cNvSpPr/>
              <p:nvPr/>
            </p:nvSpPr>
            <p:spPr>
              <a:xfrm>
                <a:off x="8638746" y="3568786"/>
                <a:ext cx="53300" cy="202201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5148" extrusionOk="0">
                    <a:moveTo>
                      <a:pt x="1330" y="0"/>
                    </a:moveTo>
                    <a:cubicBezTo>
                      <a:pt x="1330" y="0"/>
                      <a:pt x="1321" y="0"/>
                      <a:pt x="1321" y="9"/>
                    </a:cubicBezTo>
                    <a:lnTo>
                      <a:pt x="1339" y="589"/>
                    </a:lnTo>
                    <a:lnTo>
                      <a:pt x="81" y="1972"/>
                    </a:lnTo>
                    <a:lnTo>
                      <a:pt x="72" y="1972"/>
                    </a:lnTo>
                    <a:cubicBezTo>
                      <a:pt x="54" y="3043"/>
                      <a:pt x="18" y="5077"/>
                      <a:pt x="0" y="5130"/>
                    </a:cubicBezTo>
                    <a:cubicBezTo>
                      <a:pt x="0" y="5139"/>
                      <a:pt x="0" y="5148"/>
                      <a:pt x="9" y="5148"/>
                    </a:cubicBezTo>
                    <a:cubicBezTo>
                      <a:pt x="18" y="5148"/>
                      <a:pt x="18" y="5148"/>
                      <a:pt x="18" y="5139"/>
                    </a:cubicBezTo>
                    <a:cubicBezTo>
                      <a:pt x="36" y="5085"/>
                      <a:pt x="90" y="2150"/>
                      <a:pt x="99" y="1981"/>
                    </a:cubicBezTo>
                    <a:lnTo>
                      <a:pt x="1356" y="598"/>
                    </a:lnTo>
                    <a:cubicBezTo>
                      <a:pt x="1356" y="598"/>
                      <a:pt x="1356" y="589"/>
                      <a:pt x="1356" y="589"/>
                    </a:cubicBezTo>
                    <a:lnTo>
                      <a:pt x="1339" y="9"/>
                    </a:lnTo>
                    <a:cubicBezTo>
                      <a:pt x="1339" y="0"/>
                      <a:pt x="1339" y="0"/>
                      <a:pt x="1330" y="0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85;p34">
                <a:extLst>
                  <a:ext uri="{FF2B5EF4-FFF2-40B4-BE49-F238E27FC236}">
                    <a16:creationId xmlns:a16="http://schemas.microsoft.com/office/drawing/2014/main" id="{F3A1EC76-FA04-77BA-90DA-46343978D790}"/>
                  </a:ext>
                </a:extLst>
              </p:cNvPr>
              <p:cNvSpPr/>
              <p:nvPr/>
            </p:nvSpPr>
            <p:spPr>
              <a:xfrm>
                <a:off x="8611056" y="3571222"/>
                <a:ext cx="31226" cy="7537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919" extrusionOk="0">
                    <a:moveTo>
                      <a:pt x="27" y="1"/>
                    </a:moveTo>
                    <a:cubicBezTo>
                      <a:pt x="27" y="1"/>
                      <a:pt x="18" y="1"/>
                      <a:pt x="18" y="10"/>
                    </a:cubicBezTo>
                    <a:lnTo>
                      <a:pt x="1" y="616"/>
                    </a:lnTo>
                    <a:cubicBezTo>
                      <a:pt x="1" y="625"/>
                      <a:pt x="10" y="625"/>
                      <a:pt x="10" y="625"/>
                    </a:cubicBezTo>
                    <a:lnTo>
                      <a:pt x="777" y="1910"/>
                    </a:lnTo>
                    <a:cubicBezTo>
                      <a:pt x="777" y="1910"/>
                      <a:pt x="777" y="1919"/>
                      <a:pt x="786" y="1919"/>
                    </a:cubicBezTo>
                    <a:cubicBezTo>
                      <a:pt x="795" y="1910"/>
                      <a:pt x="795" y="1901"/>
                      <a:pt x="795" y="1901"/>
                    </a:cubicBezTo>
                    <a:lnTo>
                      <a:pt x="27" y="616"/>
                    </a:lnTo>
                    <a:lnTo>
                      <a:pt x="36" y="10"/>
                    </a:lnTo>
                    <a:cubicBezTo>
                      <a:pt x="36" y="1"/>
                      <a:pt x="36" y="1"/>
                      <a:pt x="27" y="1"/>
                    </a:cubicBezTo>
                    <a:close/>
                  </a:path>
                </a:pathLst>
              </a:custGeom>
              <a:solidFill>
                <a:srgbClr val="6B70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86;p34">
                <a:extLst>
                  <a:ext uri="{FF2B5EF4-FFF2-40B4-BE49-F238E27FC236}">
                    <a16:creationId xmlns:a16="http://schemas.microsoft.com/office/drawing/2014/main" id="{37060EAA-088B-2EC1-11E9-BB142B37EAEF}"/>
                  </a:ext>
                </a:extLst>
              </p:cNvPr>
              <p:cNvSpPr/>
              <p:nvPr/>
            </p:nvSpPr>
            <p:spPr>
              <a:xfrm>
                <a:off x="8734384" y="3780408"/>
                <a:ext cx="14415" cy="530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35" extrusionOk="0">
                    <a:moveTo>
                      <a:pt x="10" y="1"/>
                    </a:moveTo>
                    <a:lnTo>
                      <a:pt x="1" y="81"/>
                    </a:lnTo>
                    <a:lnTo>
                      <a:pt x="349" y="135"/>
                    </a:lnTo>
                    <a:lnTo>
                      <a:pt x="367" y="63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87;p34">
                <a:extLst>
                  <a:ext uri="{FF2B5EF4-FFF2-40B4-BE49-F238E27FC236}">
                    <a16:creationId xmlns:a16="http://schemas.microsoft.com/office/drawing/2014/main" id="{95E64041-3D47-C11D-37EB-4ECA45FD55AE}"/>
                  </a:ext>
                </a:extLst>
              </p:cNvPr>
              <p:cNvSpPr/>
              <p:nvPr/>
            </p:nvSpPr>
            <p:spPr>
              <a:xfrm>
                <a:off x="8447077" y="3586657"/>
                <a:ext cx="14061" cy="137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9" extrusionOk="0">
                    <a:moveTo>
                      <a:pt x="250" y="0"/>
                    </a:moveTo>
                    <a:lnTo>
                      <a:pt x="1" y="268"/>
                    </a:lnTo>
                    <a:lnTo>
                      <a:pt x="72" y="348"/>
                    </a:lnTo>
                    <a:lnTo>
                      <a:pt x="357" y="90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88;p34">
                <a:extLst>
                  <a:ext uri="{FF2B5EF4-FFF2-40B4-BE49-F238E27FC236}">
                    <a16:creationId xmlns:a16="http://schemas.microsoft.com/office/drawing/2014/main" id="{907AF214-0056-8B43-E4FF-CE54C62542D8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63946" cy="194502"/>
              </a:xfrm>
              <a:custGeom>
                <a:avLst/>
                <a:gdLst/>
                <a:ahLst/>
                <a:cxnLst/>
                <a:rect l="l" t="t" r="r" b="b"/>
                <a:pathLst>
                  <a:path w="11812" h="4952" extrusionOk="0">
                    <a:moveTo>
                      <a:pt x="0" y="0"/>
                    </a:moveTo>
                    <a:lnTo>
                      <a:pt x="1017" y="857"/>
                    </a:lnTo>
                    <a:lnTo>
                      <a:pt x="1044" y="874"/>
                    </a:lnTo>
                    <a:lnTo>
                      <a:pt x="11490" y="4951"/>
                    </a:lnTo>
                    <a:lnTo>
                      <a:pt x="11812" y="4140"/>
                    </a:lnTo>
                    <a:lnTo>
                      <a:pt x="1356" y="63"/>
                    </a:lnTo>
                    <a:lnTo>
                      <a:pt x="1329" y="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89;p34">
                <a:extLst>
                  <a:ext uri="{FF2B5EF4-FFF2-40B4-BE49-F238E27FC236}">
                    <a16:creationId xmlns:a16="http://schemas.microsoft.com/office/drawing/2014/main" id="{F5A41DAA-5977-B71D-2B2F-C51F02E2942C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52239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857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329" y="63"/>
                    </a:lnTo>
                    <a:lnTo>
                      <a:pt x="607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90;p34">
                <a:extLst>
                  <a:ext uri="{FF2B5EF4-FFF2-40B4-BE49-F238E27FC236}">
                    <a16:creationId xmlns:a16="http://schemas.microsoft.com/office/drawing/2014/main" id="{9647505D-A700-3677-55A2-CB20DB89AB3B}"/>
                  </a:ext>
                </a:extLst>
              </p:cNvPr>
              <p:cNvSpPr/>
              <p:nvPr/>
            </p:nvSpPr>
            <p:spPr>
              <a:xfrm>
                <a:off x="8838467" y="3839283"/>
                <a:ext cx="34721" cy="40691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036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562" y="1035"/>
                    </a:lnTo>
                    <a:lnTo>
                      <a:pt x="884" y="224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91;p34">
                <a:extLst>
                  <a:ext uri="{FF2B5EF4-FFF2-40B4-BE49-F238E27FC236}">
                    <a16:creationId xmlns:a16="http://schemas.microsoft.com/office/drawing/2014/main" id="{8B148857-EF3A-8ED7-3BBF-96873AD3C10C}"/>
                  </a:ext>
                </a:extLst>
              </p:cNvPr>
              <p:cNvSpPr/>
              <p:nvPr/>
            </p:nvSpPr>
            <p:spPr>
              <a:xfrm>
                <a:off x="8860540" y="3848042"/>
                <a:ext cx="28083" cy="37864"/>
              </a:xfrm>
              <a:custGeom>
                <a:avLst/>
                <a:gdLst/>
                <a:ahLst/>
                <a:cxnLst/>
                <a:rect l="l" t="t" r="r" b="b"/>
                <a:pathLst>
                  <a:path w="715" h="964" extrusionOk="0">
                    <a:moveTo>
                      <a:pt x="322" y="1"/>
                    </a:moveTo>
                    <a:lnTo>
                      <a:pt x="0" y="812"/>
                    </a:lnTo>
                    <a:lnTo>
                      <a:pt x="393" y="964"/>
                    </a:lnTo>
                    <a:lnTo>
                      <a:pt x="714" y="152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2;p34">
                <a:extLst>
                  <a:ext uri="{FF2B5EF4-FFF2-40B4-BE49-F238E27FC236}">
                    <a16:creationId xmlns:a16="http://schemas.microsoft.com/office/drawing/2014/main" id="{E5CDF9DC-0977-D55E-895B-7BC83D84E35F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23488" cy="15436"/>
              </a:xfrm>
              <a:custGeom>
                <a:avLst/>
                <a:gdLst/>
                <a:ahLst/>
                <a:cxnLst/>
                <a:rect l="l" t="t" r="r" b="b"/>
                <a:pathLst>
                  <a:path w="598" h="39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598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93;p34">
                <a:extLst>
                  <a:ext uri="{FF2B5EF4-FFF2-40B4-BE49-F238E27FC236}">
                    <a16:creationId xmlns:a16="http://schemas.microsoft.com/office/drawing/2014/main" id="{6BEC2B91-DC7F-0061-C37D-9C4F7AC343CF}"/>
                  </a:ext>
                </a:extLst>
              </p:cNvPr>
              <p:cNvSpPr/>
              <p:nvPr/>
            </p:nvSpPr>
            <p:spPr>
              <a:xfrm>
                <a:off x="8409253" y="3685477"/>
                <a:ext cx="473058" cy="200433"/>
              </a:xfrm>
              <a:custGeom>
                <a:avLst/>
                <a:gdLst/>
                <a:ahLst/>
                <a:cxnLst/>
                <a:rect l="l" t="t" r="r" b="b"/>
                <a:pathLst>
                  <a:path w="12044" h="5103" extrusionOk="0">
                    <a:moveTo>
                      <a:pt x="0" y="0"/>
                    </a:moveTo>
                    <a:lnTo>
                      <a:pt x="464" y="393"/>
                    </a:lnTo>
                    <a:lnTo>
                      <a:pt x="1017" y="857"/>
                    </a:lnTo>
                    <a:lnTo>
                      <a:pt x="1044" y="874"/>
                    </a:lnTo>
                    <a:lnTo>
                      <a:pt x="10928" y="4728"/>
                    </a:lnTo>
                    <a:lnTo>
                      <a:pt x="11490" y="4951"/>
                    </a:lnTo>
                    <a:lnTo>
                      <a:pt x="11883" y="5103"/>
                    </a:lnTo>
                    <a:lnTo>
                      <a:pt x="12044" y="4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1F38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94;p34">
                <a:extLst>
                  <a:ext uri="{FF2B5EF4-FFF2-40B4-BE49-F238E27FC236}">
                    <a16:creationId xmlns:a16="http://schemas.microsoft.com/office/drawing/2014/main" id="{7F5C8E52-8801-7C48-DD41-EEB14CA6B6E9}"/>
                  </a:ext>
                </a:extLst>
              </p:cNvPr>
              <p:cNvSpPr/>
              <p:nvPr/>
            </p:nvSpPr>
            <p:spPr>
              <a:xfrm>
                <a:off x="8737566" y="3789991"/>
                <a:ext cx="16850" cy="2148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47" extrusionOk="0">
                    <a:moveTo>
                      <a:pt x="124" y="1"/>
                    </a:moveTo>
                    <a:cubicBezTo>
                      <a:pt x="113" y="1"/>
                      <a:pt x="101" y="3"/>
                      <a:pt x="89" y="7"/>
                    </a:cubicBezTo>
                    <a:cubicBezTo>
                      <a:pt x="27" y="15"/>
                      <a:pt x="0" y="78"/>
                      <a:pt x="18" y="131"/>
                    </a:cubicBezTo>
                    <a:cubicBezTo>
                      <a:pt x="45" y="194"/>
                      <a:pt x="45" y="265"/>
                      <a:pt x="54" y="337"/>
                    </a:cubicBezTo>
                    <a:cubicBezTo>
                      <a:pt x="54" y="372"/>
                      <a:pt x="54" y="408"/>
                      <a:pt x="72" y="444"/>
                    </a:cubicBezTo>
                    <a:cubicBezTo>
                      <a:pt x="98" y="497"/>
                      <a:pt x="170" y="524"/>
                      <a:pt x="232" y="542"/>
                    </a:cubicBezTo>
                    <a:cubicBezTo>
                      <a:pt x="249" y="545"/>
                      <a:pt x="267" y="546"/>
                      <a:pt x="285" y="546"/>
                    </a:cubicBezTo>
                    <a:cubicBezTo>
                      <a:pt x="326" y="546"/>
                      <a:pt x="368" y="537"/>
                      <a:pt x="393" y="506"/>
                    </a:cubicBezTo>
                    <a:cubicBezTo>
                      <a:pt x="402" y="488"/>
                      <a:pt x="411" y="462"/>
                      <a:pt x="411" y="444"/>
                    </a:cubicBezTo>
                    <a:cubicBezTo>
                      <a:pt x="428" y="292"/>
                      <a:pt x="357" y="140"/>
                      <a:pt x="241" y="51"/>
                    </a:cubicBezTo>
                    <a:cubicBezTo>
                      <a:pt x="206" y="23"/>
                      <a:pt x="166" y="1"/>
                      <a:pt x="124" y="1"/>
                    </a:cubicBezTo>
                    <a:close/>
                  </a:path>
                </a:pathLst>
              </a:custGeom>
              <a:solidFill>
                <a:srgbClr val="F4C7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" name="Google Shape;595;p34">
            <a:extLst>
              <a:ext uri="{FF2B5EF4-FFF2-40B4-BE49-F238E27FC236}">
                <a16:creationId xmlns:a16="http://schemas.microsoft.com/office/drawing/2014/main" id="{C44388BD-D5BF-2236-1B5E-FA54A7DCE3DB}"/>
              </a:ext>
            </a:extLst>
          </p:cNvPr>
          <p:cNvGrpSpPr/>
          <p:nvPr/>
        </p:nvGrpSpPr>
        <p:grpSpPr>
          <a:xfrm>
            <a:off x="5962251" y="-5800291"/>
            <a:ext cx="589499" cy="504485"/>
            <a:chOff x="2869533" y="318283"/>
            <a:chExt cx="102176" cy="85817"/>
          </a:xfrm>
        </p:grpSpPr>
        <p:sp>
          <p:nvSpPr>
            <p:cNvPr id="63" name="Google Shape;596;p34">
              <a:extLst>
                <a:ext uri="{FF2B5EF4-FFF2-40B4-BE49-F238E27FC236}">
                  <a16:creationId xmlns:a16="http://schemas.microsoft.com/office/drawing/2014/main" id="{06F42954-E3A2-F412-ACF7-A3CC0E1E08E9}"/>
                </a:ext>
              </a:extLst>
            </p:cNvPr>
            <p:cNvSpPr/>
            <p:nvPr/>
          </p:nvSpPr>
          <p:spPr>
            <a:xfrm>
              <a:off x="2869533" y="318283"/>
              <a:ext cx="101302" cy="85817"/>
            </a:xfrm>
            <a:custGeom>
              <a:avLst/>
              <a:gdLst/>
              <a:ahLst/>
              <a:cxnLst/>
              <a:rect l="l" t="t" r="r" b="b"/>
              <a:pathLst>
                <a:path w="2445" h="2071" extrusionOk="0">
                  <a:moveTo>
                    <a:pt x="0" y="1"/>
                  </a:moveTo>
                  <a:lnTo>
                    <a:pt x="0" y="2070"/>
                  </a:lnTo>
                  <a:lnTo>
                    <a:pt x="2079" y="2070"/>
                  </a:lnTo>
                  <a:lnTo>
                    <a:pt x="2079" y="732"/>
                  </a:lnTo>
                  <a:lnTo>
                    <a:pt x="2445" y="384"/>
                  </a:lnTo>
                  <a:lnTo>
                    <a:pt x="2248" y="188"/>
                  </a:lnTo>
                  <a:lnTo>
                    <a:pt x="2079" y="357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597;p34">
              <a:extLst>
                <a:ext uri="{FF2B5EF4-FFF2-40B4-BE49-F238E27FC236}">
                  <a16:creationId xmlns:a16="http://schemas.microsoft.com/office/drawing/2014/main" id="{8EB829C1-1D89-69F6-D5DC-40FF44FCB96D}"/>
                </a:ext>
              </a:extLst>
            </p:cNvPr>
            <p:cNvGrpSpPr/>
            <p:nvPr/>
          </p:nvGrpSpPr>
          <p:grpSpPr>
            <a:xfrm>
              <a:off x="2869754" y="318941"/>
              <a:ext cx="101955" cy="84600"/>
              <a:chOff x="2854604" y="2360241"/>
              <a:chExt cx="101955" cy="84600"/>
            </a:xfrm>
          </p:grpSpPr>
          <p:sp>
            <p:nvSpPr>
              <p:cNvPr id="321" name="Google Shape;598;p34">
                <a:extLst>
                  <a:ext uri="{FF2B5EF4-FFF2-40B4-BE49-F238E27FC236}">
                    <a16:creationId xmlns:a16="http://schemas.microsoft.com/office/drawing/2014/main" id="{020F273A-7C57-2002-D5BC-55FED53CBED5}"/>
                  </a:ext>
                </a:extLst>
              </p:cNvPr>
              <p:cNvSpPr/>
              <p:nvPr/>
            </p:nvSpPr>
            <p:spPr>
              <a:xfrm>
                <a:off x="2854604" y="2360241"/>
                <a:ext cx="84600" cy="84600"/>
              </a:xfrm>
              <a:prstGeom prst="rect">
                <a:avLst/>
              </a:prstGeom>
              <a:solidFill>
                <a:schemeClr val="accent6"/>
              </a:solidFill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599;p34">
                <a:extLst>
                  <a:ext uri="{FF2B5EF4-FFF2-40B4-BE49-F238E27FC236}">
                    <a16:creationId xmlns:a16="http://schemas.microsoft.com/office/drawing/2014/main" id="{BE4D13B3-283D-1408-F594-633D13C0EBAE}"/>
                  </a:ext>
                </a:extLst>
              </p:cNvPr>
              <p:cNvSpPr/>
              <p:nvPr/>
            </p:nvSpPr>
            <p:spPr>
              <a:xfrm>
                <a:off x="2867701" y="2366864"/>
                <a:ext cx="88858" cy="64434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482" extrusionOk="0">
                    <a:moveTo>
                      <a:pt x="1856" y="1"/>
                    </a:moveTo>
                    <a:lnTo>
                      <a:pt x="688" y="1116"/>
                    </a:lnTo>
                    <a:lnTo>
                      <a:pt x="170" y="714"/>
                    </a:lnTo>
                    <a:lnTo>
                      <a:pt x="1" y="929"/>
                    </a:lnTo>
                    <a:lnTo>
                      <a:pt x="714" y="1482"/>
                    </a:lnTo>
                    <a:lnTo>
                      <a:pt x="2044" y="197"/>
                    </a:lnTo>
                    <a:lnTo>
                      <a:pt x="1856" y="1"/>
                    </a:lnTo>
                    <a:close/>
                  </a:path>
                </a:pathLst>
              </a:custGeom>
              <a:solidFill>
                <a:srgbClr val="FF74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3" name="Google Shape;600;p34">
            <a:extLst>
              <a:ext uri="{FF2B5EF4-FFF2-40B4-BE49-F238E27FC236}">
                <a16:creationId xmlns:a16="http://schemas.microsoft.com/office/drawing/2014/main" id="{1EAC4CA9-B080-2ED3-BCCC-1A6276961428}"/>
              </a:ext>
            </a:extLst>
          </p:cNvPr>
          <p:cNvGrpSpPr/>
          <p:nvPr/>
        </p:nvGrpSpPr>
        <p:grpSpPr>
          <a:xfrm>
            <a:off x="5882053" y="-5106079"/>
            <a:ext cx="2205683" cy="642342"/>
            <a:chOff x="5632344" y="1539932"/>
            <a:chExt cx="2397697" cy="685325"/>
          </a:xfrm>
        </p:grpSpPr>
        <p:sp>
          <p:nvSpPr>
            <p:cNvPr id="324" name="Google Shape;601;p34">
              <a:extLst>
                <a:ext uri="{FF2B5EF4-FFF2-40B4-BE49-F238E27FC236}">
                  <a16:creationId xmlns:a16="http://schemas.microsoft.com/office/drawing/2014/main" id="{8A7E808A-CDB5-B70B-3B0B-4D6D420F3022}"/>
                </a:ext>
              </a:extLst>
            </p:cNvPr>
            <p:cNvSpPr/>
            <p:nvPr/>
          </p:nvSpPr>
          <p:spPr>
            <a:xfrm>
              <a:off x="5632344" y="2022957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602;p34">
              <a:extLst>
                <a:ext uri="{FF2B5EF4-FFF2-40B4-BE49-F238E27FC236}">
                  <a16:creationId xmlns:a16="http://schemas.microsoft.com/office/drawing/2014/main" id="{B70990E1-B45D-4684-FE89-27D13271C4B0}"/>
                </a:ext>
              </a:extLst>
            </p:cNvPr>
            <p:cNvSpPr/>
            <p:nvPr/>
          </p:nvSpPr>
          <p:spPr>
            <a:xfrm>
              <a:off x="7826344" y="1539932"/>
              <a:ext cx="203697" cy="202300"/>
            </a:xfrm>
            <a:custGeom>
              <a:avLst/>
              <a:gdLst/>
              <a:ahLst/>
              <a:cxnLst/>
              <a:rect l="l" t="t" r="r" b="b"/>
              <a:pathLst>
                <a:path w="3245" h="3223" extrusionOk="0">
                  <a:moveTo>
                    <a:pt x="651" y="0"/>
                  </a:moveTo>
                  <a:cubicBezTo>
                    <a:pt x="626" y="0"/>
                    <a:pt x="222" y="404"/>
                    <a:pt x="179" y="430"/>
                  </a:cubicBezTo>
                  <a:lnTo>
                    <a:pt x="1169" y="1509"/>
                  </a:lnTo>
                  <a:lnTo>
                    <a:pt x="1" y="2571"/>
                  </a:lnTo>
                  <a:cubicBezTo>
                    <a:pt x="1" y="2580"/>
                    <a:pt x="438" y="3017"/>
                    <a:pt x="429" y="3044"/>
                  </a:cubicBezTo>
                  <a:lnTo>
                    <a:pt x="1598" y="1982"/>
                  </a:lnTo>
                  <a:lnTo>
                    <a:pt x="2730" y="3222"/>
                  </a:lnTo>
                  <a:lnTo>
                    <a:pt x="2730" y="3222"/>
                  </a:lnTo>
                  <a:cubicBezTo>
                    <a:pt x="2739" y="3213"/>
                    <a:pt x="3142" y="2803"/>
                    <a:pt x="3193" y="2803"/>
                  </a:cubicBezTo>
                  <a:cubicBezTo>
                    <a:pt x="3193" y="2803"/>
                    <a:pt x="3194" y="2803"/>
                    <a:pt x="3194" y="2803"/>
                  </a:cubicBezTo>
                  <a:lnTo>
                    <a:pt x="2061" y="1554"/>
                  </a:lnTo>
                  <a:lnTo>
                    <a:pt x="3230" y="492"/>
                  </a:lnTo>
                  <a:cubicBezTo>
                    <a:pt x="3231" y="493"/>
                    <a:pt x="3231" y="493"/>
                    <a:pt x="3232" y="493"/>
                  </a:cubicBezTo>
                  <a:cubicBezTo>
                    <a:pt x="3244" y="493"/>
                    <a:pt x="2867" y="25"/>
                    <a:pt x="2808" y="25"/>
                  </a:cubicBezTo>
                  <a:cubicBezTo>
                    <a:pt x="2805" y="25"/>
                    <a:pt x="2803" y="26"/>
                    <a:pt x="2802" y="28"/>
                  </a:cubicBezTo>
                  <a:lnTo>
                    <a:pt x="1633" y="1090"/>
                  </a:lnTo>
                  <a:lnTo>
                    <a:pt x="652" y="2"/>
                  </a:lnTo>
                  <a:cubicBezTo>
                    <a:pt x="652" y="1"/>
                    <a:pt x="651" y="0"/>
                    <a:pt x="651" y="0"/>
                  </a:cubicBezTo>
                  <a:close/>
                  <a:moveTo>
                    <a:pt x="2730" y="3222"/>
                  </a:moveTo>
                  <a:cubicBezTo>
                    <a:pt x="2730" y="3222"/>
                    <a:pt x="2730" y="3222"/>
                    <a:pt x="2730" y="3222"/>
                  </a:cubicBezTo>
                  <a:cubicBezTo>
                    <a:pt x="2730" y="3222"/>
                    <a:pt x="2730" y="3222"/>
                    <a:pt x="2730" y="3222"/>
                  </a:cubicBezTo>
                  <a:lnTo>
                    <a:pt x="2730" y="3222"/>
                  </a:lnTo>
                  <a:close/>
                </a:path>
              </a:pathLst>
            </a:custGeom>
            <a:solidFill>
              <a:srgbClr val="FC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426;p31">
            <a:extLst>
              <a:ext uri="{FF2B5EF4-FFF2-40B4-BE49-F238E27FC236}">
                <a16:creationId xmlns:a16="http://schemas.microsoft.com/office/drawing/2014/main" id="{15050BFF-EAE7-BC31-EE2A-A9B70D459AB8}"/>
              </a:ext>
            </a:extLst>
          </p:cNvPr>
          <p:cNvSpPr txBox="1">
            <a:spLocks/>
          </p:cNvSpPr>
          <p:nvPr/>
        </p:nvSpPr>
        <p:spPr>
          <a:xfrm>
            <a:off x="1034003" y="-4470786"/>
            <a:ext cx="3540358" cy="71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ctr"/>
            <a:r>
              <a:rPr lang="en-US" sz="4000" dirty="0"/>
              <a:t>Objectives</a:t>
            </a:r>
          </a:p>
        </p:txBody>
      </p:sp>
      <p:sp>
        <p:nvSpPr>
          <p:cNvPr id="4" name="Google Shape;426;p31">
            <a:extLst>
              <a:ext uri="{FF2B5EF4-FFF2-40B4-BE49-F238E27FC236}">
                <a16:creationId xmlns:a16="http://schemas.microsoft.com/office/drawing/2014/main" id="{B850EE50-419F-18F9-5798-51D6607EB13C}"/>
              </a:ext>
            </a:extLst>
          </p:cNvPr>
          <p:cNvSpPr txBox="1">
            <a:spLocks/>
          </p:cNvSpPr>
          <p:nvPr/>
        </p:nvSpPr>
        <p:spPr>
          <a:xfrm>
            <a:off x="806492" y="496554"/>
            <a:ext cx="7704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General Objective: </a:t>
            </a:r>
            <a:endParaRPr lang="en-PH" sz="1600" dirty="0">
              <a:effectLst/>
              <a:ea typeface="Calibri" panose="020F0502020204030204" pitchFamily="34" charset="0"/>
            </a:endParaRPr>
          </a:p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To develop a web-based system for the IAS office to gather client satisfaction feedback, streamline evaluation processes, and provide efficient survey result management for administrators.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Specific Objectives: </a:t>
            </a:r>
            <a:endParaRPr lang="en-PH" sz="160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1. To allow users to fill out survey forms online for client satisfaction evaluation.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2. To provide administrators with real-time access to survey results and analytics.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3. To ensure that survey responses are securely stored and easily retrievable.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4. To improve decision-making processes through detailed reporting of survey data.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5. To create a user-friendly interface for both users and administrators to enhance accessibility.</a:t>
            </a:r>
            <a:endParaRPr lang="en-PH" sz="1600" b="0" dirty="0">
              <a:effectLst/>
              <a:ea typeface="Calibri" panose="020F0502020204030204" pitchFamily="34" charset="0"/>
            </a:endParaRPr>
          </a:p>
        </p:txBody>
      </p:sp>
      <p:sp>
        <p:nvSpPr>
          <p:cNvPr id="1026" name="Rectangle 5">
            <a:extLst>
              <a:ext uri="{FF2B5EF4-FFF2-40B4-BE49-F238E27FC236}">
                <a16:creationId xmlns:a16="http://schemas.microsoft.com/office/drawing/2014/main" id="{345575B7-5952-C967-0FD2-3D8791F8B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828" y="7603771"/>
            <a:ext cx="2618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Data Flow Diagram</a:t>
            </a:r>
            <a:endParaRPr kumimoji="0" lang="en-PH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1028" name="Picture 17">
            <a:extLst>
              <a:ext uri="{FF2B5EF4-FFF2-40B4-BE49-F238E27FC236}">
                <a16:creationId xmlns:a16="http://schemas.microsoft.com/office/drawing/2014/main" id="{6144A688-92DF-23B9-1D82-3EC216151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40" y="8558502"/>
            <a:ext cx="59436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32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BBB89114-DAA9-5CCD-190F-E7258749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6;p31">
            <a:extLst>
              <a:ext uri="{FF2B5EF4-FFF2-40B4-BE49-F238E27FC236}">
                <a16:creationId xmlns:a16="http://schemas.microsoft.com/office/drawing/2014/main" id="{8216E8AD-CEC1-D4FC-C76C-9226446860AB}"/>
              </a:ext>
            </a:extLst>
          </p:cNvPr>
          <p:cNvSpPr txBox="1">
            <a:spLocks/>
          </p:cNvSpPr>
          <p:nvPr/>
        </p:nvSpPr>
        <p:spPr>
          <a:xfrm>
            <a:off x="720000" y="-6435189"/>
            <a:ext cx="7704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5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ignika"/>
              <a:buNone/>
              <a:defRPr sz="5200" b="1" i="0" u="none" strike="noStrike" cap="none">
                <a:solidFill>
                  <a:srgbClr val="191919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General Objective: </a:t>
            </a:r>
            <a:endParaRPr lang="en-PH" sz="1600" dirty="0">
              <a:effectLst/>
              <a:ea typeface="Calibri" panose="020F0502020204030204" pitchFamily="34" charset="0"/>
            </a:endParaRPr>
          </a:p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To develop a web-based system for the IAS office to gather client satisfaction feedback, streamline evaluation processes, and provide efficient survey result management for administrators.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Specific Objectives: </a:t>
            </a:r>
            <a:endParaRPr lang="en-PH" sz="160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1. To allow users to fill out survey forms online for client satisfaction evaluation.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2. To provide administrators with real-time access to survey results and analytics.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3. To ensure that survey responses are securely stored and easily retrievable.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4. To improve decision-making processes through detailed reporting of survey data. </a:t>
            </a:r>
            <a:endParaRPr lang="en-PH" sz="16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5. To create a user-friendly interface for both users and administrators to enhance accessibility.</a:t>
            </a:r>
            <a:endParaRPr lang="en-PH" sz="1600" b="0" dirty="0">
              <a:effectLst/>
              <a:ea typeface="Calibri" panose="020F0502020204030204" pitchFamily="34" charset="0"/>
            </a:endParaRPr>
          </a:p>
        </p:txBody>
      </p:sp>
      <p:sp>
        <p:nvSpPr>
          <p:cNvPr id="1026" name="Rectangle 5">
            <a:extLst>
              <a:ext uri="{FF2B5EF4-FFF2-40B4-BE49-F238E27FC236}">
                <a16:creationId xmlns:a16="http://schemas.microsoft.com/office/drawing/2014/main" id="{0D0D4271-C5A6-5510-95FF-54D950303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988" y="516879"/>
            <a:ext cx="2618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Data Flow Diagram</a:t>
            </a:r>
            <a:endParaRPr kumimoji="0" lang="en-PH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1028" name="Picture 17">
            <a:extLst>
              <a:ext uri="{FF2B5EF4-FFF2-40B4-BE49-F238E27FC236}">
                <a16:creationId xmlns:a16="http://schemas.microsoft.com/office/drawing/2014/main" id="{6A12D3D1-06B9-7F47-B106-BCB22297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57971"/>
            <a:ext cx="59436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4814D10-A00E-477E-2474-7807B1CFB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25" y="6768683"/>
            <a:ext cx="4400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ERD &amp; DATA DICTIONARY</a:t>
            </a:r>
            <a:endParaRPr kumimoji="0" lang="en-PH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88FCF19F-177C-A73A-4373-3D2A4C91B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7704364"/>
            <a:ext cx="4435475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55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ABBFA8A4-A592-190E-18AE-AB4CE924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>
            <a:extLst>
              <a:ext uri="{FF2B5EF4-FFF2-40B4-BE49-F238E27FC236}">
                <a16:creationId xmlns:a16="http://schemas.microsoft.com/office/drawing/2014/main" id="{CADA734E-A323-B11F-AEE3-339358380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5525" y="-5869406"/>
            <a:ext cx="2618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Data Flow Diagram</a:t>
            </a:r>
            <a:endParaRPr kumimoji="0" lang="en-PH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1028" name="Picture 17">
            <a:extLst>
              <a:ext uri="{FF2B5EF4-FFF2-40B4-BE49-F238E27FC236}">
                <a16:creationId xmlns:a16="http://schemas.microsoft.com/office/drawing/2014/main" id="{9A16D779-7A36-7269-B443-12D308835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737" y="-4928314"/>
            <a:ext cx="59436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76AA66CF-964E-30E9-75F4-0F3C6ACA2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2" y="382398"/>
            <a:ext cx="4400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ERD &amp; DATA DICTIONARY</a:t>
            </a:r>
            <a:endParaRPr kumimoji="0" lang="en-PH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7ECA8225-529A-0DAF-A6A5-287A9CB54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2" y="1318079"/>
            <a:ext cx="4435475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10DB5CE-1AE8-A036-4125-D1FD7E23E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5" b="2667"/>
          <a:stretch/>
        </p:blipFill>
        <p:spPr bwMode="auto">
          <a:xfrm>
            <a:off x="3125787" y="7042150"/>
            <a:ext cx="2857500" cy="271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5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7A1E93BB-BC56-E7DD-3675-BCC865A0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5EF8658-D644-3CF0-E411-A54FA2D80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2" y="-5546454"/>
            <a:ext cx="4400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gnika"/>
                <a:ea typeface="Times New Roman" panose="02020603050405020304" pitchFamily="18" charset="0"/>
              </a:rPr>
              <a:t>ERD &amp; DATA DICTIONARY</a:t>
            </a:r>
            <a:endParaRPr kumimoji="0" lang="en-PH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gnika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74B873AF-B136-2DAF-33C8-D9045E20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2" y="-4610773"/>
            <a:ext cx="4435475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91462E9A-5FFF-1DC0-3DBD-3EA0341E74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5" b="2667"/>
          <a:stretch/>
        </p:blipFill>
        <p:spPr bwMode="auto">
          <a:xfrm>
            <a:off x="2513401" y="618369"/>
            <a:ext cx="4117197" cy="390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07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rvey Results Review Meeting by Slidesgo">
  <a:themeElements>
    <a:clrScheme name="Simple Light">
      <a:dk1>
        <a:srgbClr val="1A1F38"/>
      </a:dk1>
      <a:lt1>
        <a:srgbClr val="F2F2F2"/>
      </a:lt1>
      <a:dk2>
        <a:srgbClr val="E2E1EC"/>
      </a:dk2>
      <a:lt2>
        <a:srgbClr val="C3C3D5"/>
      </a:lt2>
      <a:accent1>
        <a:srgbClr val="FC6766"/>
      </a:accent1>
      <a:accent2>
        <a:srgbClr val="FCCA5F"/>
      </a:accent2>
      <a:accent3>
        <a:srgbClr val="527EE9"/>
      </a:accent3>
      <a:accent4>
        <a:srgbClr val="5C5275"/>
      </a:accent4>
      <a:accent5>
        <a:srgbClr val="1955B5"/>
      </a:accent5>
      <a:accent6>
        <a:srgbClr val="FFFFFF"/>
      </a:accent6>
      <a:hlink>
        <a:srgbClr val="1A1F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540</Words>
  <Application>Microsoft Office PowerPoint</Application>
  <PresentationFormat>On-screen Show (16:9)</PresentationFormat>
  <Paragraphs>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Nunito</vt:lpstr>
      <vt:lpstr>Signika</vt:lpstr>
      <vt:lpstr>Times New Roman</vt:lpstr>
      <vt:lpstr>Survey Results Review Meeting by Slidesgo</vt:lpstr>
      <vt:lpstr>IAS - Client Satisfaction Evaluation and Management System (CSEMS)  </vt:lpstr>
      <vt:lpstr>IAS - Client Satisfaction Evaluation and Management System (CSEMS)  Prepared By:   Team Richard</vt:lpstr>
      <vt:lpstr>IAS - Client Satisfaction Evaluation and Management System (CSEMS)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Elago</dc:creator>
  <cp:lastModifiedBy>Mark Elago</cp:lastModifiedBy>
  <cp:revision>3</cp:revision>
  <dcterms:modified xsi:type="dcterms:W3CDTF">2025-01-28T01:52:49Z</dcterms:modified>
</cp:coreProperties>
</file>